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4"/>
  </p:notesMasterIdLst>
  <p:sldIdLst>
    <p:sldId id="256" r:id="rId2"/>
    <p:sldId id="257" r:id="rId3"/>
    <p:sldId id="266" r:id="rId4"/>
    <p:sldId id="258" r:id="rId5"/>
    <p:sldId id="259" r:id="rId6"/>
    <p:sldId id="260" r:id="rId7"/>
    <p:sldId id="261" r:id="rId8"/>
    <p:sldId id="262" r:id="rId9"/>
    <p:sldId id="263" r:id="rId10"/>
    <p:sldId id="264"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0FF"/>
    <a:srgbClr val="F5F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41E21D-9E40-4486-BCAB-1B1D063C8F28}" v="738" dt="2026-02-28T16:11:33.9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napToGrid="0">
      <p:cViewPr varScale="1">
        <p:scale>
          <a:sx n="52" d="100"/>
          <a:sy n="52" d="100"/>
        </p:scale>
        <p:origin x="1464" y="276"/>
      </p:cViewPr>
      <p:guideLst/>
    </p:cSldViewPr>
  </p:slideViewPr>
  <p:notesTextViewPr>
    <p:cViewPr>
      <p:scale>
        <a:sx n="1" d="1"/>
        <a:sy n="1" d="1"/>
      </p:scale>
      <p:origin x="0" y="0"/>
    </p:cViewPr>
  </p:notesTextViewPr>
  <p:sorterViewPr>
    <p:cViewPr>
      <p:scale>
        <a:sx n="100" d="100"/>
        <a:sy n="100" d="100"/>
      </p:scale>
      <p:origin x="0" y="-26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 fread" userId="35565ca3bf38d4f7" providerId="LiveId" clId="{55029DE6-1563-4F07-9D39-FEE90A641FD3}"/>
    <pc:docChg chg="undo custSel addSld modSld sldOrd modMainMaster">
      <pc:chgData name="justin fread" userId="35565ca3bf38d4f7" providerId="LiveId" clId="{55029DE6-1563-4F07-9D39-FEE90A641FD3}" dt="2026-02-28T16:37:18.740" v="8077" actId="20577"/>
      <pc:docMkLst>
        <pc:docMk/>
      </pc:docMkLst>
      <pc:sldChg chg="addSp delSp modSp mod">
        <pc:chgData name="justin fread" userId="35565ca3bf38d4f7" providerId="LiveId" clId="{55029DE6-1563-4F07-9D39-FEE90A641FD3}" dt="2026-02-28T07:50:30.536" v="6062" actId="1076"/>
        <pc:sldMkLst>
          <pc:docMk/>
          <pc:sldMk cId="1898408965" sldId="256"/>
        </pc:sldMkLst>
        <pc:spChg chg="mod">
          <ac:chgData name="justin fread" userId="35565ca3bf38d4f7" providerId="LiveId" clId="{55029DE6-1563-4F07-9D39-FEE90A641FD3}" dt="2026-02-28T07:30:11.328" v="5656" actId="20577"/>
          <ac:spMkLst>
            <pc:docMk/>
            <pc:sldMk cId="1898408965" sldId="256"/>
            <ac:spMk id="2" creationId="{B2D7A552-BC83-9B8D-0C11-7ADBF492F8AC}"/>
          </ac:spMkLst>
        </pc:spChg>
        <pc:spChg chg="del mod">
          <ac:chgData name="justin fread" userId="35565ca3bf38d4f7" providerId="LiveId" clId="{55029DE6-1563-4F07-9D39-FEE90A641FD3}" dt="2026-02-28T07:48:33.566" v="6049" actId="21"/>
          <ac:spMkLst>
            <pc:docMk/>
            <pc:sldMk cId="1898408965" sldId="256"/>
            <ac:spMk id="3" creationId="{FD5B3785-50F8-5F29-7EFD-7E3FF430813A}"/>
          </ac:spMkLst>
        </pc:spChg>
        <pc:spChg chg="add del mod">
          <ac:chgData name="justin fread" userId="35565ca3bf38d4f7" providerId="LiveId" clId="{55029DE6-1563-4F07-9D39-FEE90A641FD3}" dt="2026-02-28T07:48:40.009" v="6050" actId="21"/>
          <ac:spMkLst>
            <pc:docMk/>
            <pc:sldMk cId="1898408965" sldId="256"/>
            <ac:spMk id="5" creationId="{7EFEE1BE-5E11-6DE7-C743-CA77037D6856}"/>
          </ac:spMkLst>
        </pc:spChg>
        <pc:spChg chg="add del mod">
          <ac:chgData name="justin fread" userId="35565ca3bf38d4f7" providerId="LiveId" clId="{55029DE6-1563-4F07-9D39-FEE90A641FD3}" dt="2026-02-28T07:49:15.270" v="6056"/>
          <ac:spMkLst>
            <pc:docMk/>
            <pc:sldMk cId="1898408965" sldId="256"/>
            <ac:spMk id="6" creationId="{3BEAC41C-A94F-1947-2D3A-EA8A9A564F8A}"/>
          </ac:spMkLst>
        </pc:spChg>
        <pc:spChg chg="add mod">
          <ac:chgData name="justin fread" userId="35565ca3bf38d4f7" providerId="LiveId" clId="{55029DE6-1563-4F07-9D39-FEE90A641FD3}" dt="2026-02-28T07:50:30.536" v="6062" actId="1076"/>
          <ac:spMkLst>
            <pc:docMk/>
            <pc:sldMk cId="1898408965" sldId="256"/>
            <ac:spMk id="7" creationId="{7EFEE1BE-5E11-6DE7-C743-CA77037D6856}"/>
          </ac:spMkLst>
        </pc:spChg>
      </pc:sldChg>
      <pc:sldChg chg="addSp delSp modSp mod setBg">
        <pc:chgData name="justin fread" userId="35565ca3bf38d4f7" providerId="LiveId" clId="{55029DE6-1563-4F07-9D39-FEE90A641FD3}" dt="2026-02-28T07:53:06.273" v="6077"/>
        <pc:sldMkLst>
          <pc:docMk/>
          <pc:sldMk cId="4236079647" sldId="257"/>
        </pc:sldMkLst>
        <pc:spChg chg="mod">
          <ac:chgData name="justin fread" userId="35565ca3bf38d4f7" providerId="LiveId" clId="{55029DE6-1563-4F07-9D39-FEE90A641FD3}" dt="2026-02-28T03:46:29.251" v="0"/>
          <ac:spMkLst>
            <pc:docMk/>
            <pc:sldMk cId="4236079647" sldId="257"/>
            <ac:spMk id="2" creationId="{407767C2-74E8-E892-B1FB-F0788D262FA5}"/>
          </ac:spMkLst>
        </pc:spChg>
        <pc:spChg chg="del mod">
          <ac:chgData name="justin fread" userId="35565ca3bf38d4f7" providerId="LiveId" clId="{55029DE6-1563-4F07-9D39-FEE90A641FD3}" dt="2026-02-28T07:51:32.364" v="6064" actId="21"/>
          <ac:spMkLst>
            <pc:docMk/>
            <pc:sldMk cId="4236079647" sldId="257"/>
            <ac:spMk id="3" creationId="{8EF4BA5C-8C3B-72ED-A543-04C5A65253F5}"/>
          </ac:spMkLst>
        </pc:spChg>
        <pc:spChg chg="add">
          <ac:chgData name="justin fread" userId="35565ca3bf38d4f7" providerId="LiveId" clId="{55029DE6-1563-4F07-9D39-FEE90A641FD3}" dt="2026-02-28T07:51:20.304" v="6063"/>
          <ac:spMkLst>
            <pc:docMk/>
            <pc:sldMk cId="4236079647" sldId="257"/>
            <ac:spMk id="4" creationId="{D2DDCBC6-B734-3300-CC20-8537E5D80DF2}"/>
          </ac:spMkLst>
        </pc:spChg>
        <pc:spChg chg="add del mod">
          <ac:chgData name="justin fread" userId="35565ca3bf38d4f7" providerId="LiveId" clId="{55029DE6-1563-4F07-9D39-FEE90A641FD3}" dt="2026-02-28T07:51:45.693" v="6067" actId="21"/>
          <ac:spMkLst>
            <pc:docMk/>
            <pc:sldMk cId="4236079647" sldId="257"/>
            <ac:spMk id="6" creationId="{BAEF279C-58AA-9077-A293-F4C51409E755}"/>
          </ac:spMkLst>
        </pc:spChg>
        <pc:spChg chg="add mod">
          <ac:chgData name="justin fread" userId="35565ca3bf38d4f7" providerId="LiveId" clId="{55029DE6-1563-4F07-9D39-FEE90A641FD3}" dt="2026-02-28T07:51:39.438" v="6066"/>
          <ac:spMkLst>
            <pc:docMk/>
            <pc:sldMk cId="4236079647" sldId="257"/>
            <ac:spMk id="7" creationId="{8EF4BA5C-8C3B-72ED-A543-04C5A65253F5}"/>
          </ac:spMkLst>
        </pc:spChg>
        <pc:spChg chg="add del mod">
          <ac:chgData name="justin fread" userId="35565ca3bf38d4f7" providerId="LiveId" clId="{55029DE6-1563-4F07-9D39-FEE90A641FD3}" dt="2026-02-28T07:53:06.273" v="6077"/>
          <ac:spMkLst>
            <pc:docMk/>
            <pc:sldMk cId="4236079647" sldId="257"/>
            <ac:spMk id="8" creationId="{BBBA60DF-D8FE-27E9-8413-BD23FDA5A653}"/>
          </ac:spMkLst>
        </pc:spChg>
        <pc:spChg chg="add del mod">
          <ac:chgData name="justin fread" userId="35565ca3bf38d4f7" providerId="LiveId" clId="{55029DE6-1563-4F07-9D39-FEE90A641FD3}" dt="2026-02-28T07:52:31.806" v="6072"/>
          <ac:spMkLst>
            <pc:docMk/>
            <pc:sldMk cId="4236079647" sldId="257"/>
            <ac:spMk id="9" creationId="{BAEF279C-58AA-9077-A293-F4C51409E755}"/>
          </ac:spMkLst>
        </pc:spChg>
        <pc:spChg chg="add mod">
          <ac:chgData name="justin fread" userId="35565ca3bf38d4f7" providerId="LiveId" clId="{55029DE6-1563-4F07-9D39-FEE90A641FD3}" dt="2026-02-28T07:53:05.407" v="6075" actId="1076"/>
          <ac:spMkLst>
            <pc:docMk/>
            <pc:sldMk cId="4236079647" sldId="257"/>
            <ac:spMk id="10" creationId="{B39FDF55-2D7B-6719-DC00-CEA3B26EA864}"/>
          </ac:spMkLst>
        </pc:spChg>
      </pc:sldChg>
      <pc:sldChg chg="addSp delSp modSp new mod setBg">
        <pc:chgData name="justin fread" userId="35565ca3bf38d4f7" providerId="LiveId" clId="{55029DE6-1563-4F07-9D39-FEE90A641FD3}" dt="2026-02-28T07:21:06.670" v="5441" actId="1076"/>
        <pc:sldMkLst>
          <pc:docMk/>
          <pc:sldMk cId="2957785228" sldId="258"/>
        </pc:sldMkLst>
        <pc:spChg chg="mod">
          <ac:chgData name="justin fread" userId="35565ca3bf38d4f7" providerId="LiveId" clId="{55029DE6-1563-4F07-9D39-FEE90A641FD3}" dt="2026-02-28T04:39:18.937" v="654" actId="20577"/>
          <ac:spMkLst>
            <pc:docMk/>
            <pc:sldMk cId="2957785228" sldId="258"/>
            <ac:spMk id="2" creationId="{3E55F0A0-0663-BC84-89B0-FF3BD9DE9693}"/>
          </ac:spMkLst>
        </pc:spChg>
        <pc:spChg chg="del mod">
          <ac:chgData name="justin fread" userId="35565ca3bf38d4f7" providerId="LiveId" clId="{55029DE6-1563-4F07-9D39-FEE90A641FD3}" dt="2026-02-28T07:17:35.214" v="5421"/>
          <ac:spMkLst>
            <pc:docMk/>
            <pc:sldMk cId="2957785228" sldId="258"/>
            <ac:spMk id="3" creationId="{182E95DC-8D65-3224-C460-EA13CF4190ED}"/>
          </ac:spMkLst>
        </pc:spChg>
        <pc:spChg chg="add del mod">
          <ac:chgData name="justin fread" userId="35565ca3bf38d4f7" providerId="LiveId" clId="{55029DE6-1563-4F07-9D39-FEE90A641FD3}" dt="2026-02-28T07:19:08.408" v="5432" actId="21"/>
          <ac:spMkLst>
            <pc:docMk/>
            <pc:sldMk cId="2957785228" sldId="258"/>
            <ac:spMk id="4" creationId="{C15422CC-D66E-72F1-B85E-E6420737CD12}"/>
          </ac:spMkLst>
        </pc:spChg>
        <pc:spChg chg="add del">
          <ac:chgData name="justin fread" userId="35565ca3bf38d4f7" providerId="LiveId" clId="{55029DE6-1563-4F07-9D39-FEE90A641FD3}" dt="2026-02-28T07:17:18.591" v="5418" actId="21"/>
          <ac:spMkLst>
            <pc:docMk/>
            <pc:sldMk cId="2957785228" sldId="258"/>
            <ac:spMk id="5" creationId="{7E5E9C44-9BCE-8ADD-4773-5785440EAAFA}"/>
          </ac:spMkLst>
        </pc:spChg>
        <pc:spChg chg="add del mod">
          <ac:chgData name="justin fread" userId="35565ca3bf38d4f7" providerId="LiveId" clId="{55029DE6-1563-4F07-9D39-FEE90A641FD3}" dt="2026-02-28T07:17:13.789" v="5417" actId="21"/>
          <ac:spMkLst>
            <pc:docMk/>
            <pc:sldMk cId="2957785228" sldId="258"/>
            <ac:spMk id="6" creationId="{12EE8733-2911-0D3A-196D-4430B9B0B0D9}"/>
          </ac:spMkLst>
        </pc:spChg>
        <pc:spChg chg="add mod">
          <ac:chgData name="justin fread" userId="35565ca3bf38d4f7" providerId="LiveId" clId="{55029DE6-1563-4F07-9D39-FEE90A641FD3}" dt="2026-02-28T07:17:27.248" v="5419"/>
          <ac:spMkLst>
            <pc:docMk/>
            <pc:sldMk cId="2957785228" sldId="258"/>
            <ac:spMk id="7" creationId="{7E5E9C44-9BCE-8ADD-4773-5785440EAAFA}"/>
          </ac:spMkLst>
        </pc:spChg>
        <pc:spChg chg="add mod">
          <ac:chgData name="justin fread" userId="35565ca3bf38d4f7" providerId="LiveId" clId="{55029DE6-1563-4F07-9D39-FEE90A641FD3}" dt="2026-02-28T07:21:06.670" v="5441" actId="1076"/>
          <ac:spMkLst>
            <pc:docMk/>
            <pc:sldMk cId="2957785228" sldId="258"/>
            <ac:spMk id="8" creationId="{D847D859-79E2-9D8E-E79D-F608D362004B}"/>
          </ac:spMkLst>
        </pc:spChg>
      </pc:sldChg>
      <pc:sldChg chg="addSp delSp modSp new mod">
        <pc:chgData name="justin fread" userId="35565ca3bf38d4f7" providerId="LiveId" clId="{55029DE6-1563-4F07-9D39-FEE90A641FD3}" dt="2026-02-28T07:28:44.300" v="5648" actId="20577"/>
        <pc:sldMkLst>
          <pc:docMk/>
          <pc:sldMk cId="3724052996" sldId="259"/>
        </pc:sldMkLst>
        <pc:spChg chg="mod">
          <ac:chgData name="justin fread" userId="35565ca3bf38d4f7" providerId="LiveId" clId="{55029DE6-1563-4F07-9D39-FEE90A641FD3}" dt="2026-02-28T04:46:45.443" v="702" actId="20577"/>
          <ac:spMkLst>
            <pc:docMk/>
            <pc:sldMk cId="3724052996" sldId="259"/>
            <ac:spMk id="2" creationId="{45EEF7ED-2E17-A394-14A9-C1CF7D4D3ACE}"/>
          </ac:spMkLst>
        </pc:spChg>
        <pc:spChg chg="mod">
          <ac:chgData name="justin fread" userId="35565ca3bf38d4f7" providerId="LiveId" clId="{55029DE6-1563-4F07-9D39-FEE90A641FD3}" dt="2026-02-28T07:28:44.300" v="5648" actId="20577"/>
          <ac:spMkLst>
            <pc:docMk/>
            <pc:sldMk cId="3724052996" sldId="259"/>
            <ac:spMk id="3" creationId="{8AF7D69F-D803-E98B-A27D-ECC8918275F4}"/>
          </ac:spMkLst>
        </pc:spChg>
        <pc:spChg chg="add del mod">
          <ac:chgData name="justin fread" userId="35565ca3bf38d4f7" providerId="LiveId" clId="{55029DE6-1563-4F07-9D39-FEE90A641FD3}" dt="2026-02-28T07:21:23.658" v="5442" actId="21"/>
          <ac:spMkLst>
            <pc:docMk/>
            <pc:sldMk cId="3724052996" sldId="259"/>
            <ac:spMk id="4" creationId="{BB9C7E90-F256-9532-839B-A0975C173FB6}"/>
          </ac:spMkLst>
        </pc:spChg>
        <pc:spChg chg="add del mod">
          <ac:chgData name="justin fread" userId="35565ca3bf38d4f7" providerId="LiveId" clId="{55029DE6-1563-4F07-9D39-FEE90A641FD3}" dt="2026-02-28T07:21:03.637" v="5439" actId="21"/>
          <ac:spMkLst>
            <pc:docMk/>
            <pc:sldMk cId="3724052996" sldId="259"/>
            <ac:spMk id="5" creationId="{BB9C7E90-F256-9532-839B-A0975C173FB6}"/>
          </ac:spMkLst>
        </pc:spChg>
        <pc:spChg chg="add mod">
          <ac:chgData name="justin fread" userId="35565ca3bf38d4f7" providerId="LiveId" clId="{55029DE6-1563-4F07-9D39-FEE90A641FD3}" dt="2026-02-28T07:20:58.746" v="5438"/>
          <ac:spMkLst>
            <pc:docMk/>
            <pc:sldMk cId="3724052996" sldId="259"/>
            <ac:spMk id="6" creationId="{BB9C7E90-F256-9532-839B-A0975C173FB6}"/>
          </ac:spMkLst>
        </pc:spChg>
        <pc:spChg chg="add del mod">
          <ac:chgData name="justin fread" userId="35565ca3bf38d4f7" providerId="LiveId" clId="{55029DE6-1563-4F07-9D39-FEE90A641FD3}" dt="2026-02-28T07:21:59.961" v="5446" actId="21"/>
          <ac:spMkLst>
            <pc:docMk/>
            <pc:sldMk cId="3724052996" sldId="259"/>
            <ac:spMk id="7" creationId="{BB9C7E90-F256-9532-839B-A0975C173FB6}"/>
          </ac:spMkLst>
        </pc:spChg>
      </pc:sldChg>
      <pc:sldChg chg="delSp modSp new mod setBg">
        <pc:chgData name="justin fread" userId="35565ca3bf38d4f7" providerId="LiveId" clId="{55029DE6-1563-4F07-9D39-FEE90A641FD3}" dt="2026-02-28T07:39:29.301" v="5780" actId="255"/>
        <pc:sldMkLst>
          <pc:docMk/>
          <pc:sldMk cId="846437077" sldId="260"/>
        </pc:sldMkLst>
        <pc:spChg chg="del mod">
          <ac:chgData name="justin fread" userId="35565ca3bf38d4f7" providerId="LiveId" clId="{55029DE6-1563-4F07-9D39-FEE90A641FD3}" dt="2026-02-28T05:07:49.848" v="1075" actId="21"/>
          <ac:spMkLst>
            <pc:docMk/>
            <pc:sldMk cId="846437077" sldId="260"/>
            <ac:spMk id="2" creationId="{2CAEEAC4-1982-23C0-2B60-172D4B34F09A}"/>
          </ac:spMkLst>
        </pc:spChg>
        <pc:spChg chg="mod">
          <ac:chgData name="justin fread" userId="35565ca3bf38d4f7" providerId="LiveId" clId="{55029DE6-1563-4F07-9D39-FEE90A641FD3}" dt="2026-02-28T07:39:29.301" v="5780" actId="255"/>
          <ac:spMkLst>
            <pc:docMk/>
            <pc:sldMk cId="846437077" sldId="260"/>
            <ac:spMk id="3" creationId="{174F59E5-0957-22C2-983B-5CA42B5F9062}"/>
          </ac:spMkLst>
        </pc:spChg>
      </pc:sldChg>
      <pc:sldChg chg="delSp modSp new mod">
        <pc:chgData name="justin fread" userId="35565ca3bf38d4f7" providerId="LiveId" clId="{55029DE6-1563-4F07-9D39-FEE90A641FD3}" dt="2026-02-28T05:47:06.247" v="2472" actId="20577"/>
        <pc:sldMkLst>
          <pc:docMk/>
          <pc:sldMk cId="1207819209" sldId="261"/>
        </pc:sldMkLst>
        <pc:spChg chg="del">
          <ac:chgData name="justin fread" userId="35565ca3bf38d4f7" providerId="LiveId" clId="{55029DE6-1563-4F07-9D39-FEE90A641FD3}" dt="2026-02-28T05:26:42.454" v="1729" actId="21"/>
          <ac:spMkLst>
            <pc:docMk/>
            <pc:sldMk cId="1207819209" sldId="261"/>
            <ac:spMk id="2" creationId="{AC44F092-FBBA-F38B-8999-A0FCD285F129}"/>
          </ac:spMkLst>
        </pc:spChg>
        <pc:spChg chg="mod">
          <ac:chgData name="justin fread" userId="35565ca3bf38d4f7" providerId="LiveId" clId="{55029DE6-1563-4F07-9D39-FEE90A641FD3}" dt="2026-02-28T05:47:06.247" v="2472" actId="20577"/>
          <ac:spMkLst>
            <pc:docMk/>
            <pc:sldMk cId="1207819209" sldId="261"/>
            <ac:spMk id="3" creationId="{2C6D6590-BA84-9DAB-141C-71B4B527894D}"/>
          </ac:spMkLst>
        </pc:spChg>
      </pc:sldChg>
      <pc:sldChg chg="modSp new mod">
        <pc:chgData name="justin fread" userId="35565ca3bf38d4f7" providerId="LiveId" clId="{55029DE6-1563-4F07-9D39-FEE90A641FD3}" dt="2026-02-28T07:44:07.092" v="5948" actId="20577"/>
        <pc:sldMkLst>
          <pc:docMk/>
          <pc:sldMk cId="1846155002" sldId="262"/>
        </pc:sldMkLst>
        <pc:spChg chg="mod">
          <ac:chgData name="justin fread" userId="35565ca3bf38d4f7" providerId="LiveId" clId="{55029DE6-1563-4F07-9D39-FEE90A641FD3}" dt="2026-02-28T05:47:58.968" v="2492" actId="20577"/>
          <ac:spMkLst>
            <pc:docMk/>
            <pc:sldMk cId="1846155002" sldId="262"/>
            <ac:spMk id="2" creationId="{DE89CBC7-C8B4-FDDF-7899-3B670FFEAB55}"/>
          </ac:spMkLst>
        </pc:spChg>
        <pc:spChg chg="mod">
          <ac:chgData name="justin fread" userId="35565ca3bf38d4f7" providerId="LiveId" clId="{55029DE6-1563-4F07-9D39-FEE90A641FD3}" dt="2026-02-28T07:44:07.092" v="5948" actId="20577"/>
          <ac:spMkLst>
            <pc:docMk/>
            <pc:sldMk cId="1846155002" sldId="262"/>
            <ac:spMk id="3" creationId="{F109F0E0-AAAA-973A-AB32-D09034329460}"/>
          </ac:spMkLst>
        </pc:spChg>
      </pc:sldChg>
      <pc:sldChg chg="modSp new mod">
        <pc:chgData name="justin fread" userId="35565ca3bf38d4f7" providerId="LiveId" clId="{55029DE6-1563-4F07-9D39-FEE90A641FD3}" dt="2026-02-28T06:32:47.397" v="4573" actId="27636"/>
        <pc:sldMkLst>
          <pc:docMk/>
          <pc:sldMk cId="1525785460" sldId="263"/>
        </pc:sldMkLst>
        <pc:spChg chg="mod">
          <ac:chgData name="justin fread" userId="35565ca3bf38d4f7" providerId="LiveId" clId="{55029DE6-1563-4F07-9D39-FEE90A641FD3}" dt="2026-02-28T06:24:03.707" v="4292" actId="27636"/>
          <ac:spMkLst>
            <pc:docMk/>
            <pc:sldMk cId="1525785460" sldId="263"/>
            <ac:spMk id="2" creationId="{B75805CF-D467-57A4-6BF2-F2AF7F1E307B}"/>
          </ac:spMkLst>
        </pc:spChg>
        <pc:spChg chg="mod">
          <ac:chgData name="justin fread" userId="35565ca3bf38d4f7" providerId="LiveId" clId="{55029DE6-1563-4F07-9D39-FEE90A641FD3}" dt="2026-02-28T06:32:47.397" v="4573" actId="27636"/>
          <ac:spMkLst>
            <pc:docMk/>
            <pc:sldMk cId="1525785460" sldId="263"/>
            <ac:spMk id="3" creationId="{B3DC4752-161C-34E3-B0A7-A5EF63C91734}"/>
          </ac:spMkLst>
        </pc:spChg>
      </pc:sldChg>
      <pc:sldChg chg="modSp new mod">
        <pc:chgData name="justin fread" userId="35565ca3bf38d4f7" providerId="LiveId" clId="{55029DE6-1563-4F07-9D39-FEE90A641FD3}" dt="2026-02-28T07:45:54.178" v="6044" actId="20577"/>
        <pc:sldMkLst>
          <pc:docMk/>
          <pc:sldMk cId="471398665" sldId="264"/>
        </pc:sldMkLst>
        <pc:spChg chg="mod">
          <ac:chgData name="justin fread" userId="35565ca3bf38d4f7" providerId="LiveId" clId="{55029DE6-1563-4F07-9D39-FEE90A641FD3}" dt="2026-02-28T06:33:44.606" v="4584" actId="20577"/>
          <ac:spMkLst>
            <pc:docMk/>
            <pc:sldMk cId="471398665" sldId="264"/>
            <ac:spMk id="2" creationId="{E677A1B9-33DB-262A-C54D-31C6B511B49E}"/>
          </ac:spMkLst>
        </pc:spChg>
        <pc:spChg chg="mod">
          <ac:chgData name="justin fread" userId="35565ca3bf38d4f7" providerId="LiveId" clId="{55029DE6-1563-4F07-9D39-FEE90A641FD3}" dt="2026-02-28T07:45:54.178" v="6044" actId="20577"/>
          <ac:spMkLst>
            <pc:docMk/>
            <pc:sldMk cId="471398665" sldId="264"/>
            <ac:spMk id="3" creationId="{508A66E4-2AF9-9E84-1D11-1BD1EA68A798}"/>
          </ac:spMkLst>
        </pc:spChg>
      </pc:sldChg>
      <pc:sldChg chg="addSp delSp modSp new mod">
        <pc:chgData name="justin fread" userId="35565ca3bf38d4f7" providerId="LiveId" clId="{55029DE6-1563-4F07-9D39-FEE90A641FD3}" dt="2026-02-28T06:59:05.070" v="5413" actId="255"/>
        <pc:sldMkLst>
          <pc:docMk/>
          <pc:sldMk cId="179229106" sldId="265"/>
        </pc:sldMkLst>
        <pc:spChg chg="del">
          <ac:chgData name="justin fread" userId="35565ca3bf38d4f7" providerId="LiveId" clId="{55029DE6-1563-4F07-9D39-FEE90A641FD3}" dt="2026-02-28T06:43:53.263" v="4888" actId="21"/>
          <ac:spMkLst>
            <pc:docMk/>
            <pc:sldMk cId="179229106" sldId="265"/>
            <ac:spMk id="2" creationId="{B9A6ED88-2B6D-6C40-70EF-F6689946B285}"/>
          </ac:spMkLst>
        </pc:spChg>
        <pc:spChg chg="mod">
          <ac:chgData name="justin fread" userId="35565ca3bf38d4f7" providerId="LiveId" clId="{55029DE6-1563-4F07-9D39-FEE90A641FD3}" dt="2026-02-28T06:57:25.760" v="5372" actId="14100"/>
          <ac:spMkLst>
            <pc:docMk/>
            <pc:sldMk cId="179229106" sldId="265"/>
            <ac:spMk id="3" creationId="{2EC7098E-A4FB-5DF2-FDC7-CE1F74E864B9}"/>
          </ac:spMkLst>
        </pc:spChg>
        <pc:spChg chg="add mod">
          <ac:chgData name="justin fread" userId="35565ca3bf38d4f7" providerId="LiveId" clId="{55029DE6-1563-4F07-9D39-FEE90A641FD3}" dt="2026-02-28T06:59:05.070" v="5413" actId="255"/>
          <ac:spMkLst>
            <pc:docMk/>
            <pc:sldMk cId="179229106" sldId="265"/>
            <ac:spMk id="4" creationId="{6C7E2C18-6E17-1DAB-CF77-DE61D5F37A5F}"/>
          </ac:spMkLst>
        </pc:spChg>
      </pc:sldChg>
      <pc:sldChg chg="modSp new mod ord">
        <pc:chgData name="justin fread" userId="35565ca3bf38d4f7" providerId="LiveId" clId="{55029DE6-1563-4F07-9D39-FEE90A641FD3}" dt="2026-02-28T16:02:15.183" v="7312" actId="20577"/>
        <pc:sldMkLst>
          <pc:docMk/>
          <pc:sldMk cId="2301656891" sldId="266"/>
        </pc:sldMkLst>
        <pc:spChg chg="mod">
          <ac:chgData name="justin fread" userId="35565ca3bf38d4f7" providerId="LiveId" clId="{55029DE6-1563-4F07-9D39-FEE90A641FD3}" dt="2026-02-28T15:53:46.847" v="7249" actId="20577"/>
          <ac:spMkLst>
            <pc:docMk/>
            <pc:sldMk cId="2301656891" sldId="266"/>
            <ac:spMk id="2" creationId="{07FF0E22-7853-E22A-38FE-C0F8754E1955}"/>
          </ac:spMkLst>
        </pc:spChg>
        <pc:spChg chg="mod">
          <ac:chgData name="justin fread" userId="35565ca3bf38d4f7" providerId="LiveId" clId="{55029DE6-1563-4F07-9D39-FEE90A641FD3}" dt="2026-02-28T16:02:15.183" v="7312" actId="20577"/>
          <ac:spMkLst>
            <pc:docMk/>
            <pc:sldMk cId="2301656891" sldId="266"/>
            <ac:spMk id="3" creationId="{95F3D142-3D3E-D7CA-63D7-BC2A466E6D1F}"/>
          </ac:spMkLst>
        </pc:spChg>
      </pc:sldChg>
      <pc:sldChg chg="addSp delSp modSp new mod">
        <pc:chgData name="justin fread" userId="35565ca3bf38d4f7" providerId="LiveId" clId="{55029DE6-1563-4F07-9D39-FEE90A641FD3}" dt="2026-02-28T16:37:18.740" v="8077" actId="20577"/>
        <pc:sldMkLst>
          <pc:docMk/>
          <pc:sldMk cId="769394946" sldId="267"/>
        </pc:sldMkLst>
        <pc:spChg chg="del mod">
          <ac:chgData name="justin fread" userId="35565ca3bf38d4f7" providerId="LiveId" clId="{55029DE6-1563-4F07-9D39-FEE90A641FD3}" dt="2026-02-28T16:07:32.276" v="7313" actId="21"/>
          <ac:spMkLst>
            <pc:docMk/>
            <pc:sldMk cId="769394946" sldId="267"/>
            <ac:spMk id="2" creationId="{ABC0AB1D-EF7E-B507-A381-032E7DA1B4DD}"/>
          </ac:spMkLst>
        </pc:spChg>
        <pc:spChg chg="mod">
          <ac:chgData name="justin fread" userId="35565ca3bf38d4f7" providerId="LiveId" clId="{55029DE6-1563-4F07-9D39-FEE90A641FD3}" dt="2026-02-28T16:37:18.740" v="8077" actId="20577"/>
          <ac:spMkLst>
            <pc:docMk/>
            <pc:sldMk cId="769394946" sldId="267"/>
            <ac:spMk id="3" creationId="{C7EA3E3E-72A9-70B6-66BD-6A5925EAFB73}"/>
          </ac:spMkLst>
        </pc:spChg>
        <pc:spChg chg="add mod">
          <ac:chgData name="justin fread" userId="35565ca3bf38d4f7" providerId="LiveId" clId="{55029DE6-1563-4F07-9D39-FEE90A641FD3}" dt="2026-02-28T16:08:53.300" v="7343"/>
          <ac:spMkLst>
            <pc:docMk/>
            <pc:sldMk cId="769394946" sldId="267"/>
            <ac:spMk id="4" creationId="{ABC0AB1D-EF7E-B507-A381-032E7DA1B4DD}"/>
          </ac:spMkLst>
        </pc:spChg>
        <pc:spChg chg="add del mod">
          <ac:chgData name="justin fread" userId="35565ca3bf38d4f7" providerId="LiveId" clId="{55029DE6-1563-4F07-9D39-FEE90A641FD3}" dt="2026-02-28T16:12:15.200" v="7388" actId="21"/>
          <ac:spMkLst>
            <pc:docMk/>
            <pc:sldMk cId="769394946" sldId="267"/>
            <ac:spMk id="5" creationId="{7EA95D47-AED3-308B-9609-216593DE3048}"/>
          </ac:spMkLst>
        </pc:spChg>
      </pc:sldChg>
      <pc:sldMasterChg chg="setBg modSldLayout">
        <pc:chgData name="justin fread" userId="35565ca3bf38d4f7" providerId="LiveId" clId="{55029DE6-1563-4F07-9D39-FEE90A641FD3}" dt="2026-02-28T05:10:10.127" v="1134"/>
        <pc:sldMasterMkLst>
          <pc:docMk/>
          <pc:sldMasterMk cId="1630940347" sldId="2147483650"/>
        </pc:sldMasterMkLst>
        <pc:sldLayoutChg chg="setBg">
          <pc:chgData name="justin fread" userId="35565ca3bf38d4f7" providerId="LiveId" clId="{55029DE6-1563-4F07-9D39-FEE90A641FD3}" dt="2026-02-28T05:10:10.127" v="1134"/>
          <pc:sldLayoutMkLst>
            <pc:docMk/>
            <pc:sldMasterMk cId="1630940347" sldId="2147483650"/>
            <pc:sldLayoutMk cId="695243359" sldId="2147483651"/>
          </pc:sldLayoutMkLst>
        </pc:sldLayoutChg>
        <pc:sldLayoutChg chg="setBg">
          <pc:chgData name="justin fread" userId="35565ca3bf38d4f7" providerId="LiveId" clId="{55029DE6-1563-4F07-9D39-FEE90A641FD3}" dt="2026-02-28T05:10:10.127" v="1134"/>
          <pc:sldLayoutMkLst>
            <pc:docMk/>
            <pc:sldMasterMk cId="1630940347" sldId="2147483650"/>
            <pc:sldLayoutMk cId="785777140" sldId="2147483652"/>
          </pc:sldLayoutMkLst>
        </pc:sldLayoutChg>
        <pc:sldLayoutChg chg="setBg">
          <pc:chgData name="justin fread" userId="35565ca3bf38d4f7" providerId="LiveId" clId="{55029DE6-1563-4F07-9D39-FEE90A641FD3}" dt="2026-02-28T05:10:10.127" v="1134"/>
          <pc:sldLayoutMkLst>
            <pc:docMk/>
            <pc:sldMasterMk cId="1630940347" sldId="2147483650"/>
            <pc:sldLayoutMk cId="3554717877" sldId="2147483653"/>
          </pc:sldLayoutMkLst>
        </pc:sldLayoutChg>
        <pc:sldLayoutChg chg="setBg">
          <pc:chgData name="justin fread" userId="35565ca3bf38d4f7" providerId="LiveId" clId="{55029DE6-1563-4F07-9D39-FEE90A641FD3}" dt="2026-02-28T05:10:10.127" v="1134"/>
          <pc:sldLayoutMkLst>
            <pc:docMk/>
            <pc:sldMasterMk cId="1630940347" sldId="2147483650"/>
            <pc:sldLayoutMk cId="3579231999" sldId="2147483654"/>
          </pc:sldLayoutMkLst>
        </pc:sldLayoutChg>
        <pc:sldLayoutChg chg="setBg">
          <pc:chgData name="justin fread" userId="35565ca3bf38d4f7" providerId="LiveId" clId="{55029DE6-1563-4F07-9D39-FEE90A641FD3}" dt="2026-02-28T05:10:10.127" v="1134"/>
          <pc:sldLayoutMkLst>
            <pc:docMk/>
            <pc:sldMasterMk cId="1630940347" sldId="2147483650"/>
            <pc:sldLayoutMk cId="2297394432" sldId="2147483655"/>
          </pc:sldLayoutMkLst>
        </pc:sldLayoutChg>
        <pc:sldLayoutChg chg="setBg">
          <pc:chgData name="justin fread" userId="35565ca3bf38d4f7" providerId="LiveId" clId="{55029DE6-1563-4F07-9D39-FEE90A641FD3}" dt="2026-02-28T05:10:10.127" v="1134"/>
          <pc:sldLayoutMkLst>
            <pc:docMk/>
            <pc:sldMasterMk cId="1630940347" sldId="2147483650"/>
            <pc:sldLayoutMk cId="1540027627" sldId="2147483656"/>
          </pc:sldLayoutMkLst>
        </pc:sldLayoutChg>
        <pc:sldLayoutChg chg="setBg">
          <pc:chgData name="justin fread" userId="35565ca3bf38d4f7" providerId="LiveId" clId="{55029DE6-1563-4F07-9D39-FEE90A641FD3}" dt="2026-02-28T05:10:10.127" v="1134"/>
          <pc:sldLayoutMkLst>
            <pc:docMk/>
            <pc:sldMasterMk cId="1630940347" sldId="2147483650"/>
            <pc:sldLayoutMk cId="2521481441" sldId="2147483657"/>
          </pc:sldLayoutMkLst>
        </pc:sldLayoutChg>
        <pc:sldLayoutChg chg="setBg">
          <pc:chgData name="justin fread" userId="35565ca3bf38d4f7" providerId="LiveId" clId="{55029DE6-1563-4F07-9D39-FEE90A641FD3}" dt="2026-02-28T05:10:10.127" v="1134"/>
          <pc:sldLayoutMkLst>
            <pc:docMk/>
            <pc:sldMasterMk cId="1630940347" sldId="2147483650"/>
            <pc:sldLayoutMk cId="2039627881" sldId="2147483658"/>
          </pc:sldLayoutMkLst>
        </pc:sldLayoutChg>
        <pc:sldLayoutChg chg="setBg">
          <pc:chgData name="justin fread" userId="35565ca3bf38d4f7" providerId="LiveId" clId="{55029DE6-1563-4F07-9D39-FEE90A641FD3}" dt="2026-02-28T05:10:10.127" v="1134"/>
          <pc:sldLayoutMkLst>
            <pc:docMk/>
            <pc:sldMasterMk cId="1630940347" sldId="2147483650"/>
            <pc:sldLayoutMk cId="446675421" sldId="2147483659"/>
          </pc:sldLayoutMkLst>
        </pc:sldLayoutChg>
        <pc:sldLayoutChg chg="setBg">
          <pc:chgData name="justin fread" userId="35565ca3bf38d4f7" providerId="LiveId" clId="{55029DE6-1563-4F07-9D39-FEE90A641FD3}" dt="2026-02-28T05:10:10.127" v="1134"/>
          <pc:sldLayoutMkLst>
            <pc:docMk/>
            <pc:sldMasterMk cId="1630940347" sldId="2147483650"/>
            <pc:sldLayoutMk cId="853149465" sldId="2147483660"/>
          </pc:sldLayoutMkLst>
        </pc:sldLayoutChg>
        <pc:sldLayoutChg chg="setBg">
          <pc:chgData name="justin fread" userId="35565ca3bf38d4f7" providerId="LiveId" clId="{55029DE6-1563-4F07-9D39-FEE90A641FD3}" dt="2026-02-28T05:10:10.127" v="1134"/>
          <pc:sldLayoutMkLst>
            <pc:docMk/>
            <pc:sldMasterMk cId="1630940347" sldId="2147483650"/>
            <pc:sldLayoutMk cId="1301450931" sldId="2147483661"/>
          </pc:sldLayoutMkLst>
        </pc:sldLayoutChg>
        <pc:sldLayoutChg chg="setBg">
          <pc:chgData name="justin fread" userId="35565ca3bf38d4f7" providerId="LiveId" clId="{55029DE6-1563-4F07-9D39-FEE90A641FD3}" dt="2026-02-28T05:10:10.127" v="1134"/>
          <pc:sldLayoutMkLst>
            <pc:docMk/>
            <pc:sldMasterMk cId="1630940347" sldId="2147483650"/>
            <pc:sldLayoutMk cId="3022691018" sldId="2147483662"/>
          </pc:sldLayoutMkLst>
        </pc:sldLayoutChg>
        <pc:sldLayoutChg chg="setBg">
          <pc:chgData name="justin fread" userId="35565ca3bf38d4f7" providerId="LiveId" clId="{55029DE6-1563-4F07-9D39-FEE90A641FD3}" dt="2026-02-28T05:10:10.127" v="1134"/>
          <pc:sldLayoutMkLst>
            <pc:docMk/>
            <pc:sldMasterMk cId="1630940347" sldId="2147483650"/>
            <pc:sldLayoutMk cId="2460510956" sldId="2147483663"/>
          </pc:sldLayoutMkLst>
        </pc:sldLayoutChg>
        <pc:sldLayoutChg chg="setBg">
          <pc:chgData name="justin fread" userId="35565ca3bf38d4f7" providerId="LiveId" clId="{55029DE6-1563-4F07-9D39-FEE90A641FD3}" dt="2026-02-28T05:10:10.127" v="1134"/>
          <pc:sldLayoutMkLst>
            <pc:docMk/>
            <pc:sldMasterMk cId="1630940347" sldId="2147483650"/>
            <pc:sldLayoutMk cId="3913480776" sldId="2147483664"/>
          </pc:sldLayoutMkLst>
        </pc:sldLayoutChg>
        <pc:sldLayoutChg chg="setBg">
          <pc:chgData name="justin fread" userId="35565ca3bf38d4f7" providerId="LiveId" clId="{55029DE6-1563-4F07-9D39-FEE90A641FD3}" dt="2026-02-28T05:10:10.127" v="1134"/>
          <pc:sldLayoutMkLst>
            <pc:docMk/>
            <pc:sldMasterMk cId="1630940347" sldId="2147483650"/>
            <pc:sldLayoutMk cId="2468350473" sldId="2147483665"/>
          </pc:sldLayoutMkLst>
        </pc:sldLayoutChg>
        <pc:sldLayoutChg chg="setBg">
          <pc:chgData name="justin fread" userId="35565ca3bf38d4f7" providerId="LiveId" clId="{55029DE6-1563-4F07-9D39-FEE90A641FD3}" dt="2026-02-28T05:10:10.127" v="1134"/>
          <pc:sldLayoutMkLst>
            <pc:docMk/>
            <pc:sldMasterMk cId="1630940347" sldId="2147483650"/>
            <pc:sldLayoutMk cId="901621043" sldId="2147483666"/>
          </pc:sldLayoutMkLst>
        </pc:sldLayoutChg>
        <pc:sldLayoutChg chg="setBg">
          <pc:chgData name="justin fread" userId="35565ca3bf38d4f7" providerId="LiveId" clId="{55029DE6-1563-4F07-9D39-FEE90A641FD3}" dt="2026-02-28T05:10:10.127" v="1134"/>
          <pc:sldLayoutMkLst>
            <pc:docMk/>
            <pc:sldMasterMk cId="1630940347" sldId="2147483650"/>
            <pc:sldLayoutMk cId="1405064039" sldId="2147483667"/>
          </pc:sldLayoutMkLst>
        </pc:sldLayoutChg>
        <pc:sldLayoutChg chg="setBg">
          <pc:chgData name="justin fread" userId="35565ca3bf38d4f7" providerId="LiveId" clId="{55029DE6-1563-4F07-9D39-FEE90A641FD3}" dt="2026-02-28T05:10:10.127" v="1134"/>
          <pc:sldLayoutMkLst>
            <pc:docMk/>
            <pc:sldMasterMk cId="1630940347" sldId="2147483650"/>
            <pc:sldLayoutMk cId="1806475414" sldId="2147483668"/>
          </pc:sldLayoutMkLst>
        </pc:sldLayoutChg>
        <pc:sldLayoutChg chg="setBg">
          <pc:chgData name="justin fread" userId="35565ca3bf38d4f7" providerId="LiveId" clId="{55029DE6-1563-4F07-9D39-FEE90A641FD3}" dt="2026-02-28T05:10:10.127" v="1134"/>
          <pc:sldLayoutMkLst>
            <pc:docMk/>
            <pc:sldMasterMk cId="1630940347" sldId="2147483650"/>
            <pc:sldLayoutMk cId="2238525909" sldId="2147483669"/>
          </pc:sldLayoutMkLst>
        </pc:sldLayoutChg>
        <pc:sldLayoutChg chg="setBg">
          <pc:chgData name="justin fread" userId="35565ca3bf38d4f7" providerId="LiveId" clId="{55029DE6-1563-4F07-9D39-FEE90A641FD3}" dt="2026-02-28T05:10:10.127" v="1134"/>
          <pc:sldLayoutMkLst>
            <pc:docMk/>
            <pc:sldMasterMk cId="1630940347" sldId="2147483650"/>
            <pc:sldLayoutMk cId="650173661" sldId="2147483670"/>
          </pc:sldLayoutMkLst>
        </pc:sldLayoutChg>
        <pc:sldLayoutChg chg="setBg">
          <pc:chgData name="justin fread" userId="35565ca3bf38d4f7" providerId="LiveId" clId="{55029DE6-1563-4F07-9D39-FEE90A641FD3}" dt="2026-02-28T05:10:10.127" v="1134"/>
          <pc:sldLayoutMkLst>
            <pc:docMk/>
            <pc:sldMasterMk cId="1630940347" sldId="2147483650"/>
            <pc:sldLayoutMk cId="2105985924" sldId="2147483671"/>
          </pc:sldLayoutMkLst>
        </pc:sldLayoutChg>
        <pc:sldLayoutChg chg="setBg">
          <pc:chgData name="justin fread" userId="35565ca3bf38d4f7" providerId="LiveId" clId="{55029DE6-1563-4F07-9D39-FEE90A641FD3}" dt="2026-02-28T05:10:10.127" v="1134"/>
          <pc:sldLayoutMkLst>
            <pc:docMk/>
            <pc:sldMasterMk cId="1630940347" sldId="2147483650"/>
            <pc:sldLayoutMk cId="536490354" sldId="2147483672"/>
          </pc:sldLayoutMkLst>
        </pc:sldLayoutChg>
        <pc:sldLayoutChg chg="setBg">
          <pc:chgData name="justin fread" userId="35565ca3bf38d4f7" providerId="LiveId" clId="{55029DE6-1563-4F07-9D39-FEE90A641FD3}" dt="2026-02-28T05:10:10.127" v="1134"/>
          <pc:sldLayoutMkLst>
            <pc:docMk/>
            <pc:sldMasterMk cId="1630940347" sldId="2147483650"/>
            <pc:sldLayoutMk cId="2853820765" sldId="2147483673"/>
          </pc:sldLayoutMkLst>
        </pc:sldLayoutChg>
        <pc:sldLayoutChg chg="setBg">
          <pc:chgData name="justin fread" userId="35565ca3bf38d4f7" providerId="LiveId" clId="{55029DE6-1563-4F07-9D39-FEE90A641FD3}" dt="2026-02-28T05:10:10.127" v="1134"/>
          <pc:sldLayoutMkLst>
            <pc:docMk/>
            <pc:sldMasterMk cId="1630940347" sldId="2147483650"/>
            <pc:sldLayoutMk cId="2251380718" sldId="2147483674"/>
          </pc:sldLayoutMkLst>
        </pc:sldLayoutChg>
        <pc:sldLayoutChg chg="setBg">
          <pc:chgData name="justin fread" userId="35565ca3bf38d4f7" providerId="LiveId" clId="{55029DE6-1563-4F07-9D39-FEE90A641FD3}" dt="2026-02-28T05:10:10.127" v="1134"/>
          <pc:sldLayoutMkLst>
            <pc:docMk/>
            <pc:sldMasterMk cId="1630940347" sldId="2147483650"/>
            <pc:sldLayoutMk cId="3471104069" sldId="2147483675"/>
          </pc:sldLayoutMkLst>
        </pc:sldLayoutChg>
        <pc:sldLayoutChg chg="setBg">
          <pc:chgData name="justin fread" userId="35565ca3bf38d4f7" providerId="LiveId" clId="{55029DE6-1563-4F07-9D39-FEE90A641FD3}" dt="2026-02-28T05:10:10.127" v="1134"/>
          <pc:sldLayoutMkLst>
            <pc:docMk/>
            <pc:sldMasterMk cId="1630940347" sldId="2147483650"/>
            <pc:sldLayoutMk cId="3776030888" sldId="2147483676"/>
          </pc:sldLayoutMkLst>
        </pc:sldLayoutChg>
        <pc:sldLayoutChg chg="setBg">
          <pc:chgData name="justin fread" userId="35565ca3bf38d4f7" providerId="LiveId" clId="{55029DE6-1563-4F07-9D39-FEE90A641FD3}" dt="2026-02-28T05:10:10.127" v="1134"/>
          <pc:sldLayoutMkLst>
            <pc:docMk/>
            <pc:sldMasterMk cId="1630940347" sldId="2147483650"/>
            <pc:sldLayoutMk cId="258016637" sldId="2147483677"/>
          </pc:sldLayoutMkLst>
        </pc:sldLayoutChg>
        <pc:sldLayoutChg chg="setBg">
          <pc:chgData name="justin fread" userId="35565ca3bf38d4f7" providerId="LiveId" clId="{55029DE6-1563-4F07-9D39-FEE90A641FD3}" dt="2026-02-28T05:10:10.127" v="1134"/>
          <pc:sldLayoutMkLst>
            <pc:docMk/>
            <pc:sldMasterMk cId="1630940347" sldId="2147483650"/>
            <pc:sldLayoutMk cId="2436339439" sldId="2147483678"/>
          </pc:sldLayoutMkLst>
        </pc:sldLayoutChg>
        <pc:sldLayoutChg chg="setBg">
          <pc:chgData name="justin fread" userId="35565ca3bf38d4f7" providerId="LiveId" clId="{55029DE6-1563-4F07-9D39-FEE90A641FD3}" dt="2026-02-28T05:10:10.127" v="1134"/>
          <pc:sldLayoutMkLst>
            <pc:docMk/>
            <pc:sldMasterMk cId="1630940347" sldId="2147483650"/>
            <pc:sldLayoutMk cId="447583487" sldId="2147483679"/>
          </pc:sldLayoutMkLst>
        </pc:sldLayoutChg>
        <pc:sldLayoutChg chg="setBg">
          <pc:chgData name="justin fread" userId="35565ca3bf38d4f7" providerId="LiveId" clId="{55029DE6-1563-4F07-9D39-FEE90A641FD3}" dt="2026-02-28T05:10:10.127" v="1134"/>
          <pc:sldLayoutMkLst>
            <pc:docMk/>
            <pc:sldMasterMk cId="1630940347" sldId="2147483650"/>
            <pc:sldLayoutMk cId="219049163" sldId="2147483680"/>
          </pc:sldLayoutMkLst>
        </pc:sldLayoutChg>
        <pc:sldLayoutChg chg="setBg">
          <pc:chgData name="justin fread" userId="35565ca3bf38d4f7" providerId="LiveId" clId="{55029DE6-1563-4F07-9D39-FEE90A641FD3}" dt="2026-02-28T05:10:10.127" v="1134"/>
          <pc:sldLayoutMkLst>
            <pc:docMk/>
            <pc:sldMasterMk cId="1630940347" sldId="2147483650"/>
            <pc:sldLayoutMk cId="1668657960" sldId="2147483681"/>
          </pc:sldLayoutMkLst>
        </pc:sldLayoutChg>
        <pc:sldLayoutChg chg="setBg">
          <pc:chgData name="justin fread" userId="35565ca3bf38d4f7" providerId="LiveId" clId="{55029DE6-1563-4F07-9D39-FEE90A641FD3}" dt="2026-02-28T05:10:10.127" v="1134"/>
          <pc:sldLayoutMkLst>
            <pc:docMk/>
            <pc:sldMasterMk cId="1630940347" sldId="2147483650"/>
            <pc:sldLayoutMk cId="1968534179" sldId="2147483682"/>
          </pc:sldLayoutMkLst>
        </pc:sldLayoutChg>
        <pc:sldLayoutChg chg="setBg">
          <pc:chgData name="justin fread" userId="35565ca3bf38d4f7" providerId="LiveId" clId="{55029DE6-1563-4F07-9D39-FEE90A641FD3}" dt="2026-02-28T05:10:10.127" v="1134"/>
          <pc:sldLayoutMkLst>
            <pc:docMk/>
            <pc:sldMasterMk cId="1630940347" sldId="2147483650"/>
            <pc:sldLayoutMk cId="2947244279" sldId="2147483683"/>
          </pc:sldLayoutMkLst>
        </pc:sldLayoutChg>
        <pc:sldLayoutChg chg="setBg">
          <pc:chgData name="justin fread" userId="35565ca3bf38d4f7" providerId="LiveId" clId="{55029DE6-1563-4F07-9D39-FEE90A641FD3}" dt="2026-02-28T05:10:10.127" v="1134"/>
          <pc:sldLayoutMkLst>
            <pc:docMk/>
            <pc:sldMasterMk cId="1630940347" sldId="2147483650"/>
            <pc:sldLayoutMk cId="2800217028" sldId="2147483684"/>
          </pc:sldLayoutMkLst>
        </pc:sldLayoutChg>
        <pc:sldLayoutChg chg="setBg">
          <pc:chgData name="justin fread" userId="35565ca3bf38d4f7" providerId="LiveId" clId="{55029DE6-1563-4F07-9D39-FEE90A641FD3}" dt="2026-02-28T05:10:10.127" v="1134"/>
          <pc:sldLayoutMkLst>
            <pc:docMk/>
            <pc:sldMasterMk cId="1630940347" sldId="2147483650"/>
            <pc:sldLayoutMk cId="3431479129" sldId="2147483685"/>
          </pc:sldLayoutMkLst>
        </pc:sldLayoutChg>
        <pc:sldLayoutChg chg="setBg">
          <pc:chgData name="justin fread" userId="35565ca3bf38d4f7" providerId="LiveId" clId="{55029DE6-1563-4F07-9D39-FEE90A641FD3}" dt="2026-02-28T05:10:10.127" v="1134"/>
          <pc:sldLayoutMkLst>
            <pc:docMk/>
            <pc:sldMasterMk cId="1630940347" sldId="2147483650"/>
            <pc:sldLayoutMk cId="3808754261" sldId="2147483686"/>
          </pc:sldLayoutMkLst>
        </pc:sldLayoutChg>
        <pc:sldLayoutChg chg="setBg">
          <pc:chgData name="justin fread" userId="35565ca3bf38d4f7" providerId="LiveId" clId="{55029DE6-1563-4F07-9D39-FEE90A641FD3}" dt="2026-02-28T05:10:10.127" v="1134"/>
          <pc:sldLayoutMkLst>
            <pc:docMk/>
            <pc:sldMasterMk cId="1630940347" sldId="2147483650"/>
            <pc:sldLayoutMk cId="2729050685" sldId="2147483687"/>
          </pc:sldLayoutMkLst>
        </pc:sldLayoutChg>
        <pc:sldLayoutChg chg="setBg">
          <pc:chgData name="justin fread" userId="35565ca3bf38d4f7" providerId="LiveId" clId="{55029DE6-1563-4F07-9D39-FEE90A641FD3}" dt="2026-02-28T05:10:10.127" v="1134"/>
          <pc:sldLayoutMkLst>
            <pc:docMk/>
            <pc:sldMasterMk cId="1630940347" sldId="2147483650"/>
            <pc:sldLayoutMk cId="3538802213" sldId="2147483688"/>
          </pc:sldLayoutMkLst>
        </pc:sldLayoutChg>
        <pc:sldLayoutChg chg="setBg">
          <pc:chgData name="justin fread" userId="35565ca3bf38d4f7" providerId="LiveId" clId="{55029DE6-1563-4F07-9D39-FEE90A641FD3}" dt="2026-02-28T05:10:10.127" v="1134"/>
          <pc:sldLayoutMkLst>
            <pc:docMk/>
            <pc:sldMasterMk cId="1630940347" sldId="2147483650"/>
            <pc:sldLayoutMk cId="2941333127" sldId="2147483689"/>
          </pc:sldLayoutMkLst>
        </pc:sldLayoutChg>
        <pc:sldLayoutChg chg="setBg">
          <pc:chgData name="justin fread" userId="35565ca3bf38d4f7" providerId="LiveId" clId="{55029DE6-1563-4F07-9D39-FEE90A641FD3}" dt="2026-02-28T05:10:10.127" v="1134"/>
          <pc:sldLayoutMkLst>
            <pc:docMk/>
            <pc:sldMasterMk cId="1630940347" sldId="2147483650"/>
            <pc:sldLayoutMk cId="705255595" sldId="2147483690"/>
          </pc:sldLayoutMkLst>
        </pc:sldLayoutChg>
        <pc:sldLayoutChg chg="setBg">
          <pc:chgData name="justin fread" userId="35565ca3bf38d4f7" providerId="LiveId" clId="{55029DE6-1563-4F07-9D39-FEE90A641FD3}" dt="2026-02-28T05:10:10.127" v="1134"/>
          <pc:sldLayoutMkLst>
            <pc:docMk/>
            <pc:sldMasterMk cId="1630940347" sldId="2147483650"/>
            <pc:sldLayoutMk cId="3423207960" sldId="2147483691"/>
          </pc:sldLayoutMkLst>
        </pc:sldLayoutChg>
        <pc:sldLayoutChg chg="setBg">
          <pc:chgData name="justin fread" userId="35565ca3bf38d4f7" providerId="LiveId" clId="{55029DE6-1563-4F07-9D39-FEE90A641FD3}" dt="2026-02-28T05:10:10.127" v="1134"/>
          <pc:sldLayoutMkLst>
            <pc:docMk/>
            <pc:sldMasterMk cId="1630940347" sldId="2147483650"/>
            <pc:sldLayoutMk cId="380284455" sldId="2147483692"/>
          </pc:sldLayoutMkLst>
        </pc:sldLayoutChg>
        <pc:sldLayoutChg chg="setBg">
          <pc:chgData name="justin fread" userId="35565ca3bf38d4f7" providerId="LiveId" clId="{55029DE6-1563-4F07-9D39-FEE90A641FD3}" dt="2026-02-28T05:10:10.127" v="1134"/>
          <pc:sldLayoutMkLst>
            <pc:docMk/>
            <pc:sldMasterMk cId="1630940347" sldId="2147483650"/>
            <pc:sldLayoutMk cId="2110420546" sldId="2147483693"/>
          </pc:sldLayoutMkLst>
        </pc:sldLayoutChg>
        <pc:sldLayoutChg chg="setBg">
          <pc:chgData name="justin fread" userId="35565ca3bf38d4f7" providerId="LiveId" clId="{55029DE6-1563-4F07-9D39-FEE90A641FD3}" dt="2026-02-28T05:10:10.127" v="1134"/>
          <pc:sldLayoutMkLst>
            <pc:docMk/>
            <pc:sldMasterMk cId="1630940347" sldId="2147483650"/>
            <pc:sldLayoutMk cId="3392907218" sldId="2147483694"/>
          </pc:sldLayoutMkLst>
        </pc:sldLayoutChg>
        <pc:sldLayoutChg chg="setBg">
          <pc:chgData name="justin fread" userId="35565ca3bf38d4f7" providerId="LiveId" clId="{55029DE6-1563-4F07-9D39-FEE90A641FD3}" dt="2026-02-28T05:10:10.127" v="1134"/>
          <pc:sldLayoutMkLst>
            <pc:docMk/>
            <pc:sldMasterMk cId="1630940347" sldId="2147483650"/>
            <pc:sldLayoutMk cId="2177053126" sldId="2147483695"/>
          </pc:sldLayoutMkLst>
        </pc:sldLayoutChg>
        <pc:sldLayoutChg chg="setBg">
          <pc:chgData name="justin fread" userId="35565ca3bf38d4f7" providerId="LiveId" clId="{55029DE6-1563-4F07-9D39-FEE90A641FD3}" dt="2026-02-28T05:10:10.127" v="1134"/>
          <pc:sldLayoutMkLst>
            <pc:docMk/>
            <pc:sldMasterMk cId="1630940347" sldId="2147483650"/>
            <pc:sldLayoutMk cId="517173280" sldId="2147483696"/>
          </pc:sldLayoutMkLst>
        </pc:sldLayoutChg>
        <pc:sldLayoutChg chg="setBg">
          <pc:chgData name="justin fread" userId="35565ca3bf38d4f7" providerId="LiveId" clId="{55029DE6-1563-4F07-9D39-FEE90A641FD3}" dt="2026-02-28T05:10:10.127" v="1134"/>
          <pc:sldLayoutMkLst>
            <pc:docMk/>
            <pc:sldMasterMk cId="1630940347" sldId="2147483650"/>
            <pc:sldLayoutMk cId="587442552" sldId="2147483697"/>
          </pc:sldLayoutMkLst>
        </pc:sldLayoutChg>
        <pc:sldLayoutChg chg="setBg">
          <pc:chgData name="justin fread" userId="35565ca3bf38d4f7" providerId="LiveId" clId="{55029DE6-1563-4F07-9D39-FEE90A641FD3}" dt="2026-02-28T05:10:10.127" v="1134"/>
          <pc:sldLayoutMkLst>
            <pc:docMk/>
            <pc:sldMasterMk cId="1630940347" sldId="2147483650"/>
            <pc:sldLayoutMk cId="2413915171" sldId="2147483698"/>
          </pc:sldLayoutMkLst>
        </pc:sldLayoutChg>
        <pc:sldLayoutChg chg="setBg">
          <pc:chgData name="justin fread" userId="35565ca3bf38d4f7" providerId="LiveId" clId="{55029DE6-1563-4F07-9D39-FEE90A641FD3}" dt="2026-02-28T05:10:10.127" v="1134"/>
          <pc:sldLayoutMkLst>
            <pc:docMk/>
            <pc:sldMasterMk cId="1630940347" sldId="2147483650"/>
            <pc:sldLayoutMk cId="3356641513" sldId="2147483699"/>
          </pc:sldLayoutMkLst>
        </pc:sldLayoutChg>
        <pc:sldLayoutChg chg="setBg">
          <pc:chgData name="justin fread" userId="35565ca3bf38d4f7" providerId="LiveId" clId="{55029DE6-1563-4F07-9D39-FEE90A641FD3}" dt="2026-02-28T05:10:10.127" v="1134"/>
          <pc:sldLayoutMkLst>
            <pc:docMk/>
            <pc:sldMasterMk cId="1630940347" sldId="2147483650"/>
            <pc:sldLayoutMk cId="2624539437" sldId="2147483700"/>
          </pc:sldLayoutMkLst>
        </pc:sldLayoutChg>
        <pc:sldLayoutChg chg="setBg">
          <pc:chgData name="justin fread" userId="35565ca3bf38d4f7" providerId="LiveId" clId="{55029DE6-1563-4F07-9D39-FEE90A641FD3}" dt="2026-02-28T05:10:10.127" v="1134"/>
          <pc:sldLayoutMkLst>
            <pc:docMk/>
            <pc:sldMasterMk cId="1630940347" sldId="2147483650"/>
            <pc:sldLayoutMk cId="3197581116" sldId="214748370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B3F0DC-05AA-4352-A2E9-03BB974380C0}"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C7DBE-C40D-48B2-A2B6-2512E9034308}" type="slidenum">
              <a:rPr lang="en-US" smtClean="0"/>
              <a:t>‹#›</a:t>
            </a:fld>
            <a:endParaRPr lang="en-US"/>
          </a:p>
        </p:txBody>
      </p:sp>
    </p:spTree>
    <p:extLst>
      <p:ext uri="{BB962C8B-B14F-4D97-AF65-F5344CB8AC3E}">
        <p14:creationId xmlns:p14="http://schemas.microsoft.com/office/powerpoint/2010/main" val="2684080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vert="horz" lIns="91440" tIns="45720" rIns="91440" bIns="45720" rtlCol="0" anchor="b">
            <a:normAutofit/>
          </a:bodyPr>
          <a:lstStyle>
            <a:lvl1pPr>
              <a:defRPr lang="en-US" sz="44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vert="horz" lIns="91440" tIns="45720" rIns="91440" bIns="45720" rtlCol="0">
            <a:normAutofit/>
          </a:bodyPr>
          <a:lstStyle>
            <a:lvl1pPr marL="0" indent="0">
              <a:buNone/>
              <a:defRPr lang="en-US" dirty="0">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hasCustomPrompt="1"/>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6CD91AB5-8D64-469B-81DF-A26B406D2B54}"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69524335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0796B54-ED46-4036-80F8-E8EFB102CB24}"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785777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vert="horz" lIns="91440" tIns="45720" rIns="91440" bIns="45720" rtlCol="0" anchor="t">
            <a:normAutofit/>
          </a:bodyPr>
          <a:lstStyle>
            <a:lvl1pPr>
              <a:defRPr lang="en-US" sz="5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hasCustomPrompt="1"/>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164B5AC7-D387-41BC-BBB6-F6DD0E8CACDB}"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35547178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97718" cy="3739896"/>
          </a:xfrm>
        </p:spPr>
        <p:txBody>
          <a:bodyPr vert="horz" lIns="91440" tIns="45720" rIns="91440" bIns="45720" rtlCol="0" anchor="t">
            <a:normAutofit/>
          </a:bodyPr>
          <a:lstStyle>
            <a:lvl1pPr>
              <a:defRPr lang="en-US" sz="6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A0D73698-4765-4C7F-8C74-6EF048F95E94}"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hasCustomPrompt="1"/>
          </p:nvPr>
        </p:nvSpPr>
        <p:spPr>
          <a:xfrm>
            <a:off x="6720113" y="342900"/>
            <a:ext cx="5131133"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57923199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vert="horz" lIns="91440" tIns="45720" rIns="91440" bIns="45720" rtlCol="0" anchor="t">
            <a:normAutofit/>
          </a:bodyPr>
          <a:lstStyle>
            <a:lvl1pPr>
              <a:defRPr lang="en-US" sz="5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vert="horz" lIns="91440" tIns="45720" rIns="91440" bIns="45720" rtlCol="0" anchor="b">
            <a:normAutofit/>
          </a:bodyPr>
          <a:lstStyle>
            <a:lvl1pPr marL="0" indent="0">
              <a:buNone/>
              <a:defRPr lang="en-US">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hasCustomPrompt="1"/>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19A3EA51-69C4-4090-B98A-31CA47A2E35E}"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29739443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vert="horz" lIns="91440" tIns="45720" rIns="91440" bIns="45720" rtlCol="0" anchor="t">
            <a:normAutofit/>
          </a:bodyPr>
          <a:lstStyle>
            <a:lvl1pPr>
              <a:defRPr lang="en-US" sz="9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6633933-AD95-42CF-A390-A7073FD506A1}"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54002762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CD50E307-C64C-483A-9485-A61D01D72197}"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521481441"/>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vert="horz" lIns="91440" tIns="45720" rIns="91440" bIns="45720" rtlCol="0" anchor="t">
            <a:normAutofit/>
          </a:bodyPr>
          <a:lstStyle>
            <a:lvl1pPr>
              <a:defRPr lang="en-US" sz="125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8BC36CA3-7064-4E52-B24E-E3CC37B36CB8}"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03962788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333F469A-9BA4-41D9-A358-7174319CB857}" type="datetime1">
              <a:rPr lang="en-US" smtClean="0"/>
              <a:t>2/28/2026</a:t>
            </a:fld>
            <a:endParaRPr lang="en-US"/>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44667542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98464" y="2423160"/>
            <a:ext cx="5486400" cy="3886200"/>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1BB0C55-2E11-4E7F-9EF8-868B07C6C42C}" type="datetime1">
              <a:rPr lang="en-US" smtClean="0"/>
              <a:t>2/28/2026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85314946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4" y="1012952"/>
            <a:ext cx="4023360" cy="1636776"/>
          </a:xfrm>
        </p:spPr>
        <p:txBody>
          <a:bodyPr anchor="b">
            <a:normAutofit/>
          </a:bodyPr>
          <a:lstStyle>
            <a:lvl1pPr>
              <a:defRPr sz="4800"/>
            </a:lvl1pPr>
          </a:lstStyle>
          <a:p>
            <a:r>
              <a:rPr lang="en-US" dirty="0"/>
              <a:t>Click to edit Master title style</a:t>
            </a:r>
          </a:p>
        </p:txBody>
      </p:sp>
      <p:sp>
        <p:nvSpPr>
          <p:cNvPr id="10" name="Picture Placeholder 8">
            <a:extLst>
              <a:ext uri="{FF2B5EF4-FFF2-40B4-BE49-F238E27FC236}">
                <a16:creationId xmlns:a16="http://schemas.microsoft.com/office/drawing/2014/main" id="{FE8E4848-C9F6-6844-AB1C-C4F0E8A472A1}"/>
              </a:ext>
            </a:extLst>
          </p:cNvPr>
          <p:cNvSpPr>
            <a:spLocks noGrp="1"/>
          </p:cNvSpPr>
          <p:nvPr>
            <p:ph type="pic" sz="quarter" idx="14" hasCustomPrompt="1"/>
          </p:nvPr>
        </p:nvSpPr>
        <p:spPr>
          <a:xfrm>
            <a:off x="342901" y="345109"/>
            <a:ext cx="6714969" cy="6163508"/>
          </a:xfrm>
          <a:custGeom>
            <a:avLst/>
            <a:gdLst>
              <a:gd name="connsiteX0" fmla="*/ 281857 w 6714969"/>
              <a:gd name="connsiteY0" fmla="*/ 0 h 6163508"/>
              <a:gd name="connsiteX1" fmla="*/ 6433112 w 6714969"/>
              <a:gd name="connsiteY1" fmla="*/ 0 h 6163508"/>
              <a:gd name="connsiteX2" fmla="*/ 6714969 w 6714969"/>
              <a:gd name="connsiteY2" fmla="*/ 281857 h 6163508"/>
              <a:gd name="connsiteX3" fmla="*/ 6714969 w 6714969"/>
              <a:gd name="connsiteY3" fmla="*/ 5881651 h 6163508"/>
              <a:gd name="connsiteX4" fmla="*/ 6433112 w 6714969"/>
              <a:gd name="connsiteY4" fmla="*/ 6163508 h 6163508"/>
              <a:gd name="connsiteX5" fmla="*/ 281857 w 6714969"/>
              <a:gd name="connsiteY5" fmla="*/ 6163508 h 6163508"/>
              <a:gd name="connsiteX6" fmla="*/ 0 w 6714969"/>
              <a:gd name="connsiteY6" fmla="*/ 5881651 h 6163508"/>
              <a:gd name="connsiteX7" fmla="*/ 0 w 6714969"/>
              <a:gd name="connsiteY7" fmla="*/ 281857 h 6163508"/>
              <a:gd name="connsiteX8" fmla="*/ 281857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281857" y="0"/>
                </a:moveTo>
                <a:lnTo>
                  <a:pt x="6433112" y="0"/>
                </a:lnTo>
                <a:cubicBezTo>
                  <a:pt x="6588777" y="0"/>
                  <a:pt x="6714969" y="126192"/>
                  <a:pt x="6714969" y="281857"/>
                </a:cubicBezTo>
                <a:lnTo>
                  <a:pt x="6714969" y="5881651"/>
                </a:lnTo>
                <a:cubicBezTo>
                  <a:pt x="6714969" y="6037316"/>
                  <a:pt x="6588777" y="6163508"/>
                  <a:pt x="6433112" y="6163508"/>
                </a:cubicBezTo>
                <a:lnTo>
                  <a:pt x="281857" y="6163508"/>
                </a:lnTo>
                <a:cubicBezTo>
                  <a:pt x="126192" y="6163508"/>
                  <a:pt x="0" y="6037316"/>
                  <a:pt x="0" y="5881651"/>
                </a:cubicBezTo>
                <a:lnTo>
                  <a:pt x="0" y="281857"/>
                </a:lnTo>
                <a:cubicBezTo>
                  <a:pt x="0" y="126192"/>
                  <a:pt x="126192" y="0"/>
                  <a:pt x="281857" y="0"/>
                </a:cubicBezTo>
                <a:close/>
              </a:path>
            </a:pathLst>
          </a:custGeom>
          <a:blipFill dpi="0" rotWithShape="1">
            <a:blip r:embed="rId2">
              <a:alphaModFix amt="65000"/>
            </a:blip>
            <a:srcRect/>
            <a:stretch>
              <a:fillRect/>
            </a:stretch>
          </a:blipFill>
        </p:spPr>
        <p:txBody>
          <a:bodyPr wrap="square">
            <a:noAutofit/>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marL="228600" lvl="0" indent="-228600"/>
            <a:r>
              <a:rPr lang="en-US" dirty="0"/>
              <a:t>Click to edit Master text styles</a:t>
            </a:r>
          </a:p>
          <a:p>
            <a:pPr marL="228600" lvl="1" indent="-228600"/>
            <a:r>
              <a:rPr lang="en-US" dirty="0"/>
              <a:t>Second level</a:t>
            </a:r>
          </a:p>
          <a:p>
            <a:pPr marL="228600" lvl="2" indent="-228600"/>
            <a:r>
              <a:rPr lang="en-US" dirty="0"/>
              <a:t>Third level</a:t>
            </a:r>
          </a:p>
          <a:p>
            <a:pPr marL="228600" lvl="3" indent="-228600"/>
            <a:r>
              <a:rPr lang="en-US" dirty="0"/>
              <a:t>Fourth level</a:t>
            </a:r>
          </a:p>
          <a:p>
            <a:pPr marL="228600" lvl="4" indent="-228600"/>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AC9FCAD-E19B-4A0F-866E-979EDEC4B525}" type="datetime1">
              <a:rPr lang="en-US" smtClean="0"/>
              <a:t>2/28/2026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30145093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79B4A14-E3E2-4038-B0C4-0EC5ECBDA17A}"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022691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2301396-E7F4-44BB-B3C1-CAADE8EE1BCB}"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460510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603B70-0873-4F91-B20E-188F8FCBC95A}"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913480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A211211-1BBF-43C8-98F1-415153382D43}"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468350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23C37F1-4FE0-40C5-A1CC-AC65E60D9E3F}"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901621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hasCustomPrompt="1"/>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0F37310-2C84-4F72-97F3-ED5E52F7A674}"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405064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ED7373D-8BEF-4D11-A85D-4ADD8461D8CF}" type="datetime1">
              <a:rPr lang="en-US" smtClean="0"/>
              <a:t>2/28/2026</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8064754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hasCustomPrompt="1"/>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04D0A65-74B1-4258-9347-517577BEF7B0}"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238525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3B00591-709C-49DC-8FE0-9F32B5969F72}" type="datetime1">
              <a:rPr lang="en-US" smtClean="0"/>
              <a:t>2/28/2026</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6501736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hasCustomPrompt="1"/>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3D0D37D-152B-44E6-AB8F-60E41FE679D7}"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105985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93FD62D-5EED-4798-9EBA-B6E1A9B98072}" type="datetime1">
              <a:rPr lang="en-US" smtClean="0"/>
              <a:t>2/28/2026</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5364903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hasCustomPrompt="1"/>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FCFE97D-4F8B-4270-9223-9617008B9FA3}"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8538207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E1B1D5C-1F84-4585-9043-549E87BD77AE}" type="datetime1">
              <a:rPr lang="en-US" smtClean="0"/>
              <a:t>2/28/2026</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2513807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1EB90F8-5A2D-4795-872B-662FE96339B2}"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4711040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9A22F9C2-5647-4E58-BE9B-A16834D13FE3}"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7760308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9B124E6D-88B1-474F-9E7C-C29F02FACC38}"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580166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dirty="0"/>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hasCustomPrompt="1"/>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0D21C7E-4348-443E-B7C8-EE213DFF1CB1}" type="datetime1">
              <a:rPr lang="en-US" smtClean="0"/>
              <a:t>2/28/2026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4363394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hasCustomPrompt="1"/>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5E2BB8D-1BA0-4790-987D-651470CA8928}" type="datetime1">
              <a:rPr lang="en-US" smtClean="0"/>
              <a:t>2/28/2026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475834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hasCustomPrompt="1"/>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48CD4B21-9C97-4358-8E22-9F49A31BDF6B}" type="datetime1">
              <a:rPr lang="en-US" smtClean="0"/>
              <a:t>2/28/2026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190491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dirty="0"/>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hasCustomPrompt="1"/>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B98FABC-5F70-4DE9-8A42-1DE3D93319BF}"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6686579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hasCustomPrompt="1"/>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732AAB-0859-49C5-9F81-D3744B520913}"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9685341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hasCustomPrompt="1"/>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73C0E27-EFA9-4706-B7B3-384BAC09CA5C}"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9472442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93776" y="4992624"/>
            <a:ext cx="11201400" cy="1225296"/>
          </a:xfrm>
        </p:spPr>
        <p:txBody>
          <a:bodyPr anchor="t">
            <a:normAutofit/>
          </a:bodyPr>
          <a:lstStyle>
            <a:lvl1pPr algn="ctr">
              <a:lnSpc>
                <a:spcPct val="120000"/>
              </a:lnSpc>
              <a:defRPr sz="2400">
                <a:solidFill>
                  <a:schemeClr val="tx2">
                    <a:lumMod val="90000"/>
                    <a:lumOff val="10000"/>
                  </a:schemeClr>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44A38527-6BF7-45BD-8E9C-2BDCA53716A3}" type="datetime1">
              <a:rPr lang="en-US" smtClean="0"/>
              <a:t>2/28/2026</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93776" y="786384"/>
            <a:ext cx="11201400" cy="4206240"/>
          </a:xfrm>
        </p:spPr>
        <p:txBody>
          <a:bodyPr anchor="b">
            <a:normAutofit/>
          </a:bodyPr>
          <a:lstStyle>
            <a:lvl1pPr marL="0" indent="0" algn="ctr">
              <a:buNone/>
              <a:defRPr sz="27800">
                <a:solidFill>
                  <a:schemeClr val="tx2">
                    <a:lumMod val="90000"/>
                    <a:lumOff val="10000"/>
                  </a:schemeClr>
                </a:solidFill>
              </a:defRPr>
            </a:lvl1pPr>
          </a:lstStyle>
          <a:p>
            <a:pPr lvl="0"/>
            <a:r>
              <a:rPr lang="en-US" dirty="0"/>
              <a:t>##%</a:t>
            </a:r>
          </a:p>
        </p:txBody>
      </p:sp>
    </p:spTree>
    <p:extLst>
      <p:ext uri="{BB962C8B-B14F-4D97-AF65-F5344CB8AC3E}">
        <p14:creationId xmlns:p14="http://schemas.microsoft.com/office/powerpoint/2010/main" val="28002170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93776" y="4992624"/>
            <a:ext cx="11201400" cy="1225296"/>
          </a:xfrm>
        </p:spPr>
        <p:txBody>
          <a:bodyPr anchor="t">
            <a:normAutofit/>
          </a:bodyPr>
          <a:lstStyle>
            <a:lvl1pPr algn="ctr">
              <a:lnSpc>
                <a:spcPct val="120000"/>
              </a:lnSpc>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FAE2D2C4-0829-4B37-AFA9-97EED5EA275A}" type="datetime1">
              <a:rPr lang="en-US" smtClean="0"/>
              <a:t>2/28/2026</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93776" y="786384"/>
            <a:ext cx="11201400" cy="4206240"/>
          </a:xfrm>
        </p:spPr>
        <p:txBody>
          <a:bodyPr anchor="b">
            <a:normAutofit/>
          </a:bodyPr>
          <a:lstStyle>
            <a:lvl1pPr marL="0" indent="0" algn="ctr">
              <a:buNone/>
              <a:defRPr sz="27800">
                <a:solidFill>
                  <a:schemeClr val="tx1"/>
                </a:solidFill>
              </a:defRPr>
            </a:lvl1pPr>
          </a:lstStyle>
          <a:p>
            <a:pPr lvl="0"/>
            <a:r>
              <a:rPr lang="en-US" dirty="0"/>
              <a:t>##%</a:t>
            </a:r>
          </a:p>
        </p:txBody>
      </p:sp>
    </p:spTree>
    <p:extLst>
      <p:ext uri="{BB962C8B-B14F-4D97-AF65-F5344CB8AC3E}">
        <p14:creationId xmlns:p14="http://schemas.microsoft.com/office/powerpoint/2010/main" val="3431479129"/>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29768" y="4809744"/>
            <a:ext cx="5897880" cy="1353312"/>
          </a:xfrm>
        </p:spPr>
        <p:txBody>
          <a:bodyPr vert="horz" lIns="91440" tIns="45720" rIns="91440" bIns="45720" rtlCol="0" anchor="t">
            <a:normAutofit/>
          </a:bodyPr>
          <a:lstStyle>
            <a:lvl1pPr>
              <a:lnSpc>
                <a:spcPct val="120000"/>
              </a:lnSpc>
              <a:defRPr lang="en-US" sz="2800" dirty="0">
                <a:solidFill>
                  <a:schemeClr val="tx2">
                    <a:lumMod val="90000"/>
                    <a:lumOff val="10000"/>
                  </a:schemeClr>
                </a:solidFill>
              </a:defRPr>
            </a:lvl1pPr>
          </a:lstStyle>
          <a:p>
            <a:pPr lvl="0"/>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DE13353C-D70D-4D92-85A4-BE6E7FCC2830}" type="datetime1">
              <a:rPr lang="en-US" smtClean="0"/>
              <a:t>2/28/2026</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29768" y="603504"/>
            <a:ext cx="11201400" cy="4206240"/>
          </a:xfrm>
        </p:spPr>
        <p:txBody>
          <a:bodyPr vert="horz" lIns="91440" tIns="45720" rIns="91440" bIns="45720" rtlCol="0" anchor="b">
            <a:normAutofit/>
          </a:bodyPr>
          <a:lstStyle>
            <a:lvl1pPr marL="0" indent="0">
              <a:lnSpc>
                <a:spcPct val="90000"/>
              </a:lnSpc>
              <a:spcBef>
                <a:spcPts val="0"/>
              </a:spcBef>
              <a:buNone/>
              <a:defRPr lang="en-US" sz="27800" dirty="0">
                <a:solidFill>
                  <a:schemeClr val="tx2">
                    <a:lumMod val="90000"/>
                    <a:lumOff val="10000"/>
                  </a:schemeClr>
                </a:solidFill>
              </a:defRPr>
            </a:lvl1pPr>
          </a:lstStyle>
          <a:p>
            <a:pPr lvl="0"/>
            <a:r>
              <a:rPr lang="en-US" dirty="0"/>
              <a:t>##%</a:t>
            </a:r>
          </a:p>
        </p:txBody>
      </p:sp>
    </p:spTree>
    <p:extLst>
      <p:ext uri="{BB962C8B-B14F-4D97-AF65-F5344CB8AC3E}">
        <p14:creationId xmlns:p14="http://schemas.microsoft.com/office/powerpoint/2010/main" val="38087542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67622C3-A8C0-4CE4-AFAA-25D23CB3242F}" type="datetime1">
              <a:rPr lang="en-US" smtClean="0"/>
              <a:t>2/28/2026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290506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B9B6EAC-4E38-4BC4-964B-55A6571A4EBF}" type="datetime1">
              <a:rPr lang="en-US" smtClean="0"/>
              <a:t>2/28/2026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88022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B2DDD8-66B1-484C-ABC1-3F6C2E131531}" type="datetime1">
              <a:rPr lang="en-US" smtClean="0"/>
              <a:t>2/28/2026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13331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36776" y="5276088"/>
            <a:ext cx="9061704" cy="466344"/>
          </a:xfrm>
        </p:spPr>
        <p:txBody>
          <a:bodyPr anchor="t">
            <a:normAutofit/>
          </a:bodyPr>
          <a:lstStyle>
            <a:lvl1pPr>
              <a:lnSpc>
                <a:spcPct val="120000"/>
              </a:lnSpc>
              <a:defRPr sz="2200" b="1">
                <a:solidFill>
                  <a:schemeClr val="tx2">
                    <a:lumMod val="75000"/>
                    <a:lumOff val="25000"/>
                  </a:schemeClr>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499616" y="1828800"/>
            <a:ext cx="9198864" cy="2871216"/>
          </a:xfrm>
        </p:spPr>
        <p:txBody>
          <a:bodyPr anchor="ctr">
            <a:normAutofit/>
          </a:bodyPr>
          <a:lstStyle>
            <a:lvl1pPr marL="137160" indent="-137160">
              <a:lnSpc>
                <a:spcPct val="100000"/>
              </a:lnSpc>
              <a:spcBef>
                <a:spcPts val="0"/>
              </a:spcBef>
              <a:buFont typeface="Arial" panose="020B0604020202020204" pitchFamily="34" charset="0"/>
              <a:buNone/>
              <a:defRPr sz="40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E66CBEC5-37D0-4E5C-8671-D7D2A06BE21B}" type="datetime1">
              <a:rPr lang="en-US" smtClean="0"/>
              <a:t>2/28/2026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7052555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351F96B-ED98-BF55-D2B0-047000EF48E1}"/>
              </a:ext>
            </a:extLst>
          </p:cNvPr>
          <p:cNvSpPr/>
          <p:nvPr/>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55064" y="2093976"/>
            <a:ext cx="8695944" cy="2130552"/>
          </a:xfrm>
        </p:spPr>
        <p:txBody>
          <a:bodyPr anchor="ctr">
            <a:normAutofit/>
          </a:bodyPr>
          <a:lstStyle>
            <a:lvl1pPr marL="137160" indent="-137160">
              <a:lnSpc>
                <a:spcPct val="100000"/>
              </a:lnSpc>
              <a:spcBef>
                <a:spcPts val="0"/>
              </a:spcBef>
              <a:buFont typeface="Arial" panose="020B0604020202020204" pitchFamily="34" charset="0"/>
              <a:buNone/>
              <a:defRPr sz="36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5246FC37-12B5-4EB9-BB05-B5E210E93FF0}" type="datetime1">
              <a:rPr lang="en-US" smtClean="0"/>
              <a:t>2/28/2026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4232079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98556" y="4965192"/>
            <a:ext cx="9450699" cy="1289304"/>
          </a:xfrm>
        </p:spPr>
        <p:txBody>
          <a:bodyPr anchor="b">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438912"/>
            <a:ext cx="9619488" cy="4526280"/>
          </a:xfrm>
        </p:spPr>
        <p:txBody>
          <a:bodyPr anchor="ctr">
            <a:normAutofit/>
          </a:bodyPr>
          <a:lstStyle>
            <a:lvl1pPr marL="164592" indent="-164592">
              <a:lnSpc>
                <a:spcPct val="100000"/>
              </a:lnSpc>
              <a:spcBef>
                <a:spcPts val="0"/>
              </a:spcBef>
              <a:buFont typeface="Arial" panose="020B0604020202020204" pitchFamily="34" charset="0"/>
              <a:buNone/>
              <a:defRPr sz="48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A710F6F3-6829-4CDD-B3A1-8F321E27194A}" type="datetime1">
              <a:rPr lang="en-US" smtClean="0"/>
              <a:t>2/28/2026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8028445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98556" y="4965192"/>
            <a:ext cx="9148947" cy="1289304"/>
          </a:xfrm>
        </p:spPr>
        <p:txBody>
          <a:bodyPr anchor="b">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179576"/>
            <a:ext cx="9317736" cy="3785616"/>
          </a:xfrm>
        </p:spPr>
        <p:txBody>
          <a:bodyPr anchor="b">
            <a:normAutofit/>
          </a:bodyPr>
          <a:lstStyle>
            <a:lvl1pPr marL="164592" indent="-164592">
              <a:lnSpc>
                <a:spcPct val="100000"/>
              </a:lnSpc>
              <a:spcBef>
                <a:spcPts val="0"/>
              </a:spcBef>
              <a:buFont typeface="Arial" panose="020B0604020202020204" pitchFamily="34" charset="0"/>
              <a:buNone/>
              <a:defRPr sz="48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CA6652C-AA1E-4738-883B-0336FAAA5DB1}" type="datetime1">
              <a:rPr lang="en-US" smtClean="0"/>
              <a:t>2/28/2026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11042054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20F56A5-925A-45AB-8491-C696F304662B}"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3929072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F882B41-9B9A-4653-8E8E-9D57A4983847}" type="datetime1">
              <a:rPr lang="en-US" smtClean="0"/>
              <a:t>2/28/2026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1770531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6C80A14-C874-4C11-943E-4B7AAF73B997}" type="datetime1">
              <a:rPr lang="en-US" smtClean="0"/>
              <a:t>2/28/2026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5171732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9A60914-BFFA-4E5B-B382-06A92C8508A8}" type="datetime1">
              <a:rPr lang="en-US" smtClean="0"/>
              <a:t>2/28/2026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58744255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5"/>
            <a:ext cx="3595634" cy="2212848"/>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823029"/>
            <a:ext cx="3309608" cy="3481355"/>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E6DEE75D-2E4A-469A-9092-8B43711F5315}" type="datetime1">
              <a:rPr lang="en-US" smtClean="0"/>
              <a:t>2/28/2026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4139151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593592" cy="2212313"/>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4502843" y="342901"/>
            <a:ext cx="7346258"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1E6FD38-01FF-4539-8A35-AB19E4D5C3A7}" type="datetime1">
              <a:rPr lang="en-US" smtClean="0"/>
              <a:t>2/28/2026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356641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8C5BFC-EF85-4C2B-8809-2F9E7D76A143}"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6245394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48805FF-0F6F-4DB7-B5D6-9BF14E40F716}"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1975811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71587">
              <a:srgbClr val="D7C0B8"/>
            </a:gs>
            <a:gs pos="0">
              <a:srgbClr val="F5F9FF"/>
            </a:gs>
            <a:gs pos="50469">
              <a:srgbClr val="E0D1CD"/>
            </a:gs>
            <a:gs pos="51000">
              <a:srgbClr val="E6F0FF"/>
            </a:gs>
            <a:gs pos="100000">
              <a:schemeClr val="accent1">
                <a:lumMod val="45000"/>
                <a:lumOff val="55000"/>
              </a:schemeClr>
            </a:gs>
            <a:gs pos="100000">
              <a:schemeClr val="accent1">
                <a:lumMod val="30000"/>
                <a:lumOff val="70000"/>
              </a:schemeClr>
            </a:gs>
          </a:gsLst>
          <a:lin ang="42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E9D380B3-E270-4064-8D13-292A875F6C31}" type="datetime1">
              <a:rPr lang="en-US" smtClean="0"/>
              <a:t>2/28/2026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63094034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7A552-BC83-9B8D-0C11-7ADBF492F8AC}"/>
              </a:ext>
            </a:extLst>
          </p:cNvPr>
          <p:cNvSpPr>
            <a:spLocks noGrp="1"/>
          </p:cNvSpPr>
          <p:nvPr>
            <p:ph type="ctrTitle"/>
          </p:nvPr>
        </p:nvSpPr>
        <p:spPr>
          <a:xfrm>
            <a:off x="429768" y="347472"/>
            <a:ext cx="7213236" cy="786384"/>
          </a:xfrm>
        </p:spPr>
        <p:txBody>
          <a:bodyPr anchor="b">
            <a:normAutofit/>
          </a:bodyPr>
          <a:lstStyle/>
          <a:p>
            <a:r>
              <a:rPr lang="en-US" dirty="0">
                <a:solidFill>
                  <a:schemeClr val="bg1"/>
                </a:solidFill>
              </a:rPr>
              <a:t>CSS Flexbox &amp; Gird</a:t>
            </a:r>
          </a:p>
        </p:txBody>
      </p:sp>
      <p:sp>
        <p:nvSpPr>
          <p:cNvPr id="7" name="Subtitle 4">
            <a:extLst>
              <a:ext uri="{FF2B5EF4-FFF2-40B4-BE49-F238E27FC236}">
                <a16:creationId xmlns:a16="http://schemas.microsoft.com/office/drawing/2014/main" id="{7EFEE1BE-5E11-6DE7-C743-CA77037D6856}"/>
              </a:ext>
            </a:extLst>
          </p:cNvPr>
          <p:cNvSpPr>
            <a:spLocks noGrp="1"/>
          </p:cNvSpPr>
          <p:nvPr>
            <p:ph type="subTitle" idx="1"/>
          </p:nvPr>
        </p:nvSpPr>
        <p:spPr>
          <a:xfrm>
            <a:off x="2089922" y="1133856"/>
            <a:ext cx="6191437" cy="530352"/>
          </a:xfrm>
        </p:spPr>
        <p:txBody>
          <a:bodyPr>
            <a:normAutofit/>
          </a:bodyPr>
          <a:lstStyle/>
          <a:p>
            <a:r>
              <a:rPr lang="en-US" sz="2400" dirty="0">
                <a:solidFill>
                  <a:schemeClr val="bg1"/>
                </a:solidFill>
              </a:rPr>
              <a:t>Core Layout Concepts &amp; Mental Models</a:t>
            </a:r>
          </a:p>
        </p:txBody>
      </p:sp>
    </p:spTree>
    <p:extLst>
      <p:ext uri="{BB962C8B-B14F-4D97-AF65-F5344CB8AC3E}">
        <p14:creationId xmlns:p14="http://schemas.microsoft.com/office/powerpoint/2010/main" val="1898408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767C2-74E8-E892-B1FB-F0788D262FA5}"/>
              </a:ext>
            </a:extLst>
          </p:cNvPr>
          <p:cNvSpPr>
            <a:spLocks noGrp="1"/>
          </p:cNvSpPr>
          <p:nvPr>
            <p:ph type="title"/>
          </p:nvPr>
        </p:nvSpPr>
        <p:spPr/>
        <p:txBody>
          <a:bodyPr/>
          <a:lstStyle/>
          <a:p>
            <a:r>
              <a:rPr lang="en-US" dirty="0"/>
              <a:t>Disclaimer</a:t>
            </a:r>
          </a:p>
        </p:txBody>
      </p:sp>
      <p:sp>
        <p:nvSpPr>
          <p:cNvPr id="10" name="Rectangle 2">
            <a:extLst>
              <a:ext uri="{FF2B5EF4-FFF2-40B4-BE49-F238E27FC236}">
                <a16:creationId xmlns:a16="http://schemas.microsoft.com/office/drawing/2014/main" id="{B39FDF55-2D7B-6719-DC00-CEA3B26EA864}"/>
              </a:ext>
            </a:extLst>
          </p:cNvPr>
          <p:cNvSpPr>
            <a:spLocks noGrp="1" noChangeArrowheads="1"/>
          </p:cNvSpPr>
          <p:nvPr>
            <p:ph idx="1"/>
          </p:nvPr>
        </p:nvSpPr>
        <p:spPr bwMode="auto">
          <a:xfrm>
            <a:off x="2683116" y="2228670"/>
            <a:ext cx="849142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This presentation and code focus on core layout mechanics.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Examples are simplified to isolate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goal is understanding how the properties work</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36079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0E22-7853-E22A-38FE-C0F8754E1955}"/>
              </a:ext>
            </a:extLst>
          </p:cNvPr>
          <p:cNvSpPr>
            <a:spLocks noGrp="1"/>
          </p:cNvSpPr>
          <p:nvPr>
            <p:ph type="title"/>
          </p:nvPr>
        </p:nvSpPr>
        <p:spPr/>
        <p:txBody>
          <a:bodyPr/>
          <a:lstStyle/>
          <a:p>
            <a:r>
              <a:rPr lang="en-US" dirty="0"/>
              <a:t>Important Architecture Note, Global Properties</a:t>
            </a:r>
          </a:p>
        </p:txBody>
      </p:sp>
      <p:sp>
        <p:nvSpPr>
          <p:cNvPr id="3" name="Content Placeholder 2">
            <a:extLst>
              <a:ext uri="{FF2B5EF4-FFF2-40B4-BE49-F238E27FC236}">
                <a16:creationId xmlns:a16="http://schemas.microsoft.com/office/drawing/2014/main" id="{95F3D142-3D3E-D7CA-63D7-BC2A466E6D1F}"/>
              </a:ext>
            </a:extLst>
          </p:cNvPr>
          <p:cNvSpPr>
            <a:spLocks noGrp="1"/>
          </p:cNvSpPr>
          <p:nvPr>
            <p:ph idx="1"/>
          </p:nvPr>
        </p:nvSpPr>
        <p:spPr>
          <a:xfrm>
            <a:off x="769620" y="1252728"/>
            <a:ext cx="10652760" cy="4901184"/>
          </a:xfrm>
        </p:spPr>
        <p:txBody>
          <a:bodyPr>
            <a:normAutofit/>
          </a:bodyPr>
          <a:lstStyle/>
          <a:p>
            <a:pPr marL="0" indent="0">
              <a:spcBef>
                <a:spcPts val="0"/>
              </a:spcBef>
              <a:buNone/>
            </a:pPr>
            <a:r>
              <a:rPr lang="en-US" sz="2400" dirty="0"/>
              <a:t>Frustration happens when conflicting styles are created and fight for precedence inside the browser. Define global styles </a:t>
            </a:r>
            <a:r>
              <a:rPr lang="en-US" sz="2400" u="sng" dirty="0"/>
              <a:t>first</a:t>
            </a:r>
            <a:r>
              <a:rPr lang="en-US" sz="2400" dirty="0"/>
              <a:t> with purpose.</a:t>
            </a:r>
          </a:p>
          <a:p>
            <a:pPr marL="0" indent="0">
              <a:spcBef>
                <a:spcPts val="0"/>
              </a:spcBef>
              <a:buNone/>
            </a:pPr>
            <a:endParaRPr lang="en-US" sz="2400" dirty="0"/>
          </a:p>
          <a:p>
            <a:pPr marL="0" indent="0">
              <a:spcBef>
                <a:spcPts val="0"/>
              </a:spcBef>
              <a:buNone/>
            </a:pPr>
            <a:r>
              <a:rPr lang="en-US" sz="2400" dirty="0"/>
              <a:t>In </a:t>
            </a:r>
            <a:r>
              <a:rPr lang="en-US" sz="2400" dirty="0" err="1"/>
              <a:t>css</a:t>
            </a:r>
            <a:r>
              <a:rPr lang="en-US" sz="2400" dirty="0"/>
              <a:t>-layout-workshop I have in index.css </a:t>
            </a:r>
            <a:r>
              <a:rPr lang="en-US" sz="2400" b="1" dirty="0"/>
              <a:t>* {box-sizing: border-box;}  </a:t>
            </a:r>
            <a:r>
              <a:rPr lang="en-US" sz="2400" dirty="0"/>
              <a:t>That means I have assigned the property border-box to every class in the app. That is why it’s defined in the slides and not in every class I create. If I don’t want border-box I have to override it. If I have a </a:t>
            </a:r>
            <a:r>
              <a:rPr lang="en-US" sz="2400" dirty="0" err="1"/>
              <a:t>svg</a:t>
            </a:r>
            <a:r>
              <a:rPr lang="en-US" sz="2400" dirty="0"/>
              <a:t> logo, it needs to scale without borders or anything else, so change it</a:t>
            </a:r>
          </a:p>
          <a:p>
            <a:pPr marL="0" indent="0">
              <a:spcBef>
                <a:spcPts val="0"/>
              </a:spcBef>
              <a:buNone/>
            </a:pPr>
            <a:r>
              <a:rPr lang="en-US" sz="2400" dirty="0"/>
              <a:t>to  </a:t>
            </a:r>
            <a:r>
              <a:rPr lang="en-US" sz="2400" b="1" dirty="0"/>
              <a:t>.</a:t>
            </a:r>
            <a:r>
              <a:rPr lang="en-US" sz="2400" b="1" dirty="0" err="1"/>
              <a:t>svgImg</a:t>
            </a:r>
            <a:r>
              <a:rPr lang="en-US" sz="2400" b="1" dirty="0"/>
              <a:t> {box-sizing: content-box}   </a:t>
            </a:r>
            <a:r>
              <a:rPr lang="en-US" sz="2400" dirty="0"/>
              <a:t>for that class.</a:t>
            </a:r>
            <a:endParaRPr lang="en-US" sz="2400" b="1" dirty="0"/>
          </a:p>
        </p:txBody>
      </p:sp>
    </p:spTree>
    <p:extLst>
      <p:ext uri="{BB962C8B-B14F-4D97-AF65-F5344CB8AC3E}">
        <p14:creationId xmlns:p14="http://schemas.microsoft.com/office/powerpoint/2010/main" val="2301656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F0A0-0663-BC84-89B0-FF3BD9DE9693}"/>
              </a:ext>
            </a:extLst>
          </p:cNvPr>
          <p:cNvSpPr>
            <a:spLocks noGrp="1"/>
          </p:cNvSpPr>
          <p:nvPr>
            <p:ph type="title"/>
          </p:nvPr>
        </p:nvSpPr>
        <p:spPr/>
        <p:txBody>
          <a:bodyPr/>
          <a:lstStyle/>
          <a:p>
            <a:r>
              <a:rPr lang="en-US" dirty="0"/>
              <a:t>Some Key Concepts </a:t>
            </a:r>
          </a:p>
        </p:txBody>
      </p:sp>
      <p:sp>
        <p:nvSpPr>
          <p:cNvPr id="8" name="Rectangle 1">
            <a:extLst>
              <a:ext uri="{FF2B5EF4-FFF2-40B4-BE49-F238E27FC236}">
                <a16:creationId xmlns:a16="http://schemas.microsoft.com/office/drawing/2014/main" id="{D847D859-79E2-9D8E-E79D-F608D362004B}"/>
              </a:ext>
            </a:extLst>
          </p:cNvPr>
          <p:cNvSpPr>
            <a:spLocks noGrp="1" noChangeArrowheads="1"/>
          </p:cNvSpPr>
          <p:nvPr>
            <p:ph idx="1"/>
          </p:nvPr>
        </p:nvSpPr>
        <p:spPr bwMode="auto">
          <a:xfrm>
            <a:off x="1209567" y="2300262"/>
            <a:ext cx="9772866"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0" i="0" u="none" strike="noStrike" cap="none" normalizeH="0" baseline="0" dirty="0">
                <a:ln>
                  <a:noFill/>
                </a:ln>
                <a:solidFill>
                  <a:schemeClr val="tx1"/>
                </a:solidFill>
                <a:effectLst/>
                <a:latin typeface="Arial" panose="020B0604020202020204" pitchFamily="34" charset="0"/>
              </a:rPr>
              <a:t>Flexbox is </a:t>
            </a:r>
            <a:r>
              <a:rPr kumimoji="0" lang="en-US" altLang="en-US" sz="3600" b="1" i="0" u="none" strike="noStrike" cap="none" normalizeH="0" baseline="0" dirty="0">
                <a:ln>
                  <a:noFill/>
                </a:ln>
                <a:solidFill>
                  <a:schemeClr val="tx1"/>
                </a:solidFill>
                <a:effectLst/>
                <a:latin typeface="Arial" panose="020B0604020202020204" pitchFamily="34" charset="0"/>
              </a:rPr>
              <a:t>one-dimensional</a:t>
            </a:r>
            <a:r>
              <a:rPr kumimoji="0" lang="en-US" altLang="en-US" sz="3600" b="0" i="0" u="none" strike="noStrike" cap="none" normalizeH="0" baseline="0" dirty="0">
                <a:ln>
                  <a:noFill/>
                </a:ln>
                <a:solidFill>
                  <a:schemeClr val="tx1"/>
                </a:solidFill>
                <a:effectLst/>
                <a:latin typeface="Arial" panose="020B0604020202020204" pitchFamily="34" charset="0"/>
              </a:rPr>
              <a:t> (main axis at a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justify-content</a:t>
            </a:r>
            <a:r>
              <a:rPr kumimoji="0" lang="en-US" altLang="en-US" sz="2000" b="0" i="0" u="none" strike="noStrike" cap="none" normalizeH="0" baseline="0" dirty="0">
                <a:ln>
                  <a:noFill/>
                </a:ln>
                <a:solidFill>
                  <a:schemeClr val="tx1"/>
                </a:solidFill>
                <a:effectLst/>
              </a:rPr>
              <a:t> aligns along the </a:t>
            </a:r>
            <a:r>
              <a:rPr kumimoji="0" lang="en-US" altLang="en-US" sz="3600" b="1" i="0" u="none" strike="noStrike" cap="none" normalizeH="0" baseline="0" dirty="0">
                <a:ln>
                  <a:noFill/>
                </a:ln>
                <a:solidFill>
                  <a:schemeClr val="tx1"/>
                </a:solidFill>
                <a:effectLst/>
                <a:latin typeface="Arial" panose="020B0604020202020204" pitchFamily="34" charset="0"/>
              </a:rPr>
              <a:t>main axis</a:t>
            </a:r>
            <a:r>
              <a:rPr kumimoji="0" lang="en-US" altLang="en-US" sz="3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align-items</a:t>
            </a:r>
            <a:r>
              <a:rPr kumimoji="0" lang="en-US" altLang="en-US" sz="2000" b="0" i="0" u="none" strike="noStrike" cap="none" normalizeH="0" baseline="0" dirty="0">
                <a:ln>
                  <a:noFill/>
                </a:ln>
                <a:solidFill>
                  <a:schemeClr val="tx1"/>
                </a:solidFill>
                <a:effectLst/>
              </a:rPr>
              <a:t> aligns along the </a:t>
            </a:r>
            <a:r>
              <a:rPr kumimoji="0" lang="en-US" altLang="en-US" sz="3600" b="1" i="0" u="none" strike="noStrike" cap="none" normalizeH="0" baseline="0" dirty="0">
                <a:ln>
                  <a:noFill/>
                </a:ln>
                <a:solidFill>
                  <a:schemeClr val="tx1"/>
                </a:solidFill>
                <a:effectLst/>
                <a:latin typeface="Arial" panose="020B0604020202020204" pitchFamily="34" charset="0"/>
              </a:rPr>
              <a:t>cross axis</a:t>
            </a:r>
            <a:r>
              <a:rPr kumimoji="0" lang="en-US" altLang="en-US" sz="3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flex-grow</a:t>
            </a:r>
            <a:r>
              <a:rPr kumimoji="0" lang="en-US" altLang="en-US" sz="2000" b="0" i="0" u="none" strike="noStrike" cap="none" normalizeH="0" baseline="0" dirty="0">
                <a:ln>
                  <a:noFill/>
                </a:ln>
                <a:solidFill>
                  <a:schemeClr val="tx1"/>
                </a:solidFill>
                <a:effectLst/>
              </a:rPr>
              <a:t> distributes remaining free space.</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flex-shrink</a:t>
            </a:r>
            <a:r>
              <a:rPr kumimoji="0" lang="en-US" altLang="en-US" sz="2000" b="0" i="0" u="none" strike="noStrike" cap="none" normalizeH="0" baseline="0" dirty="0">
                <a:ln>
                  <a:noFill/>
                </a:ln>
                <a:solidFill>
                  <a:schemeClr val="tx1"/>
                </a:solidFill>
                <a:effectLst/>
              </a:rPr>
              <a:t> removes space under overflow.</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flex-basis</a:t>
            </a:r>
            <a:r>
              <a:rPr kumimoji="0" lang="en-US" altLang="en-US" sz="2000" b="0" i="0" u="none" strike="noStrike" cap="none" normalizeH="0" baseline="0" dirty="0">
                <a:ln>
                  <a:noFill/>
                </a:ln>
                <a:solidFill>
                  <a:schemeClr val="tx1"/>
                </a:solidFill>
                <a:effectLst/>
              </a:rPr>
              <a:t> defines the starting size.</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flex: 1</a:t>
            </a:r>
            <a:r>
              <a:rPr kumimoji="0" lang="en-US" altLang="en-US" sz="2000" b="0" i="0" u="none" strike="noStrike" cap="none" normalizeH="0" baseline="0" dirty="0">
                <a:ln>
                  <a:noFill/>
                </a:ln>
                <a:solidFill>
                  <a:schemeClr val="tx1"/>
                </a:solidFill>
                <a:effectLst/>
              </a:rPr>
              <a:t> → shorthand for </a:t>
            </a:r>
            <a:r>
              <a:rPr kumimoji="0" lang="en-US" altLang="en-US" sz="1600" b="0" i="0" u="none" strike="noStrike" cap="none" normalizeH="0" baseline="0" dirty="0">
                <a:ln>
                  <a:noFill/>
                </a:ln>
                <a:solidFill>
                  <a:schemeClr val="tx1"/>
                </a:solidFill>
                <a:effectLst/>
                <a:latin typeface="Arial Unicode MS"/>
              </a:rPr>
              <a:t>flex: 1 1 0%</a:t>
            </a:r>
            <a:r>
              <a:rPr kumimoji="0" lang="en-US" altLang="en-US" sz="20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7785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F7ED-2E17-A394-14A9-C1CF7D4D3ACE}"/>
              </a:ext>
            </a:extLst>
          </p:cNvPr>
          <p:cNvSpPr>
            <a:spLocks noGrp="1"/>
          </p:cNvSpPr>
          <p:nvPr>
            <p:ph type="title"/>
          </p:nvPr>
        </p:nvSpPr>
        <p:spPr/>
        <p:txBody>
          <a:bodyPr/>
          <a:lstStyle/>
          <a:p>
            <a:r>
              <a:rPr lang="en-US" dirty="0"/>
              <a:t>Some Key Concepts</a:t>
            </a:r>
          </a:p>
        </p:txBody>
      </p:sp>
      <p:sp>
        <p:nvSpPr>
          <p:cNvPr id="3" name="Content Placeholder 2">
            <a:extLst>
              <a:ext uri="{FF2B5EF4-FFF2-40B4-BE49-F238E27FC236}">
                <a16:creationId xmlns:a16="http://schemas.microsoft.com/office/drawing/2014/main" id="{8AF7D69F-D803-E98B-A27D-ECC8918275F4}"/>
              </a:ext>
            </a:extLst>
          </p:cNvPr>
          <p:cNvSpPr>
            <a:spLocks noGrp="1"/>
          </p:cNvSpPr>
          <p:nvPr>
            <p:ph idx="1"/>
          </p:nvPr>
        </p:nvSpPr>
        <p:spPr>
          <a:xfrm>
            <a:off x="1932820" y="1252728"/>
            <a:ext cx="7646656" cy="5096314"/>
          </a:xfrm>
        </p:spPr>
        <p:txBody>
          <a:bodyPr>
            <a:normAutofit/>
          </a:bodyPr>
          <a:lstStyle/>
          <a:p>
            <a:r>
              <a:rPr lang="en-US" dirty="0"/>
              <a:t>Grid is </a:t>
            </a:r>
            <a:r>
              <a:rPr lang="en-US" b="1" dirty="0"/>
              <a:t>two-dimensional</a:t>
            </a:r>
            <a:r>
              <a:rPr lang="en-US" dirty="0"/>
              <a:t> (rows and columns).</a:t>
            </a:r>
          </a:p>
          <a:p>
            <a:r>
              <a:rPr lang="en-US" dirty="0"/>
              <a:t>grid-template-columns defines column tracks.</a:t>
            </a:r>
          </a:p>
          <a:p>
            <a:r>
              <a:rPr lang="en-US" dirty="0"/>
              <a:t>grid-template-rows defines row tracks.</a:t>
            </a:r>
          </a:p>
          <a:p>
            <a:r>
              <a:rPr lang="en-US" dirty="0"/>
              <a:t>gap controls spacing between tracks.</a:t>
            </a:r>
          </a:p>
          <a:p>
            <a:r>
              <a:rPr lang="en-US" dirty="0"/>
              <a:t>grid-column and grid-row control placement.</a:t>
            </a:r>
          </a:p>
          <a:p>
            <a:r>
              <a:rPr lang="en-US" dirty="0"/>
              <a:t>grid-template-areas allows named layout regions like this:</a:t>
            </a:r>
          </a:p>
          <a:p>
            <a:endParaRPr lang="en-US" dirty="0"/>
          </a:p>
          <a:p>
            <a:pPr marL="0" indent="0">
              <a:spcBef>
                <a:spcPts val="0"/>
              </a:spcBef>
              <a:buNone/>
            </a:pPr>
            <a:r>
              <a:rPr lang="en-US" sz="2000" dirty="0"/>
              <a:t>grid-template-areas:</a:t>
            </a:r>
          </a:p>
          <a:p>
            <a:pPr marL="0" indent="0">
              <a:spcBef>
                <a:spcPts val="0"/>
              </a:spcBef>
              <a:buNone/>
            </a:pPr>
            <a:r>
              <a:rPr lang="en-US" sz="2000" dirty="0"/>
              <a:t>   "header </a:t>
            </a:r>
            <a:r>
              <a:rPr lang="en-US" sz="2000" dirty="0" err="1"/>
              <a:t>header</a:t>
            </a:r>
            <a:r>
              <a:rPr lang="en-US" sz="2000" dirty="0"/>
              <a:t> </a:t>
            </a:r>
            <a:r>
              <a:rPr lang="en-US" sz="2000" dirty="0" err="1"/>
              <a:t>header</a:t>
            </a:r>
            <a:r>
              <a:rPr lang="en-US" sz="2000" dirty="0"/>
              <a:t>“</a:t>
            </a:r>
          </a:p>
          <a:p>
            <a:pPr marL="0" indent="0">
              <a:spcBef>
                <a:spcPts val="0"/>
              </a:spcBef>
              <a:buNone/>
            </a:pPr>
            <a:r>
              <a:rPr lang="en-US" sz="2000" dirty="0"/>
              <a:t>    "content </a:t>
            </a:r>
            <a:r>
              <a:rPr lang="en-US" sz="2000" dirty="0" err="1"/>
              <a:t>content</a:t>
            </a:r>
            <a:r>
              <a:rPr lang="en-US" sz="2000" dirty="0"/>
              <a:t> sidebar“</a:t>
            </a:r>
          </a:p>
          <a:p>
            <a:pPr marL="0" indent="0">
              <a:spcBef>
                <a:spcPts val="0"/>
              </a:spcBef>
              <a:buNone/>
            </a:pPr>
            <a:r>
              <a:rPr lang="en-US" sz="2000" dirty="0"/>
              <a:t>    "footer </a:t>
            </a:r>
            <a:r>
              <a:rPr lang="en-US" sz="2000" dirty="0" err="1"/>
              <a:t>footer</a:t>
            </a:r>
            <a:r>
              <a:rPr lang="en-US" sz="2000" dirty="0"/>
              <a:t> </a:t>
            </a:r>
            <a:r>
              <a:rPr lang="en-US" sz="2000" dirty="0" err="1"/>
              <a:t>footer</a:t>
            </a:r>
            <a:r>
              <a:rPr lang="en-US" sz="2000" dirty="0"/>
              <a:t>";</a:t>
            </a:r>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2405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4F59E5-0957-22C2-983B-5CA42B5F9062}"/>
              </a:ext>
            </a:extLst>
          </p:cNvPr>
          <p:cNvSpPr>
            <a:spLocks noGrp="1"/>
          </p:cNvSpPr>
          <p:nvPr>
            <p:ph idx="1"/>
          </p:nvPr>
        </p:nvSpPr>
        <p:spPr>
          <a:xfrm>
            <a:off x="769620" y="978408"/>
            <a:ext cx="10652760" cy="4901184"/>
          </a:xfrm>
        </p:spPr>
        <p:txBody>
          <a:bodyPr/>
          <a:lstStyle/>
          <a:p>
            <a:pPr marL="0" indent="0">
              <a:buNone/>
            </a:pPr>
            <a:r>
              <a:rPr lang="en-US" sz="2000" dirty="0"/>
              <a:t>Flexbox is intuitive once you understand axes.</a:t>
            </a:r>
            <a:br>
              <a:rPr lang="en-US" sz="2000" dirty="0"/>
            </a:br>
            <a:r>
              <a:rPr lang="en-US" sz="2000" dirty="0"/>
              <a:t>It works great for distributing and aligning content within a single dimension. You can set up a layout with just a few lines of code</a:t>
            </a:r>
            <a:r>
              <a:rPr lang="en-US" dirty="0"/>
              <a:t>.</a:t>
            </a:r>
          </a:p>
          <a:p>
            <a:pPr marL="0" indent="0">
              <a:buNone/>
            </a:pPr>
            <a:r>
              <a:rPr lang="en-US" sz="2200" dirty="0"/>
              <a:t>display: flex;</a:t>
            </a:r>
          </a:p>
          <a:p>
            <a:pPr marL="0" indent="0">
              <a:lnSpc>
                <a:spcPct val="100000"/>
              </a:lnSpc>
              <a:spcBef>
                <a:spcPts val="0"/>
              </a:spcBef>
              <a:buNone/>
            </a:pPr>
            <a:r>
              <a:rPr lang="en-US" sz="2200" dirty="0"/>
              <a:t>flex-direction: column;</a:t>
            </a:r>
          </a:p>
          <a:p>
            <a:pPr marL="0" indent="0">
              <a:lnSpc>
                <a:spcPct val="100000"/>
              </a:lnSpc>
              <a:spcBef>
                <a:spcPts val="0"/>
              </a:spcBef>
              <a:buNone/>
            </a:pPr>
            <a:r>
              <a:rPr lang="en-US" sz="2200" dirty="0"/>
              <a:t>justify-content: space-between;</a:t>
            </a:r>
          </a:p>
          <a:p>
            <a:pPr marL="0" indent="0">
              <a:lnSpc>
                <a:spcPct val="100000"/>
              </a:lnSpc>
              <a:spcBef>
                <a:spcPts val="0"/>
              </a:spcBef>
              <a:buNone/>
            </a:pPr>
            <a:r>
              <a:rPr lang="en-US" sz="2200" dirty="0"/>
              <a:t>align-items: center;</a:t>
            </a:r>
          </a:p>
          <a:p>
            <a:pPr marL="0" indent="0">
              <a:lnSpc>
                <a:spcPct val="100000"/>
              </a:lnSpc>
              <a:spcBef>
                <a:spcPts val="0"/>
              </a:spcBef>
              <a:buNone/>
            </a:pPr>
            <a:endParaRPr lang="en-US" sz="2200" dirty="0"/>
          </a:p>
          <a:p>
            <a:pPr marL="0" indent="0">
              <a:lnSpc>
                <a:spcPct val="100000"/>
              </a:lnSpc>
              <a:spcBef>
                <a:spcPts val="0"/>
              </a:spcBef>
              <a:buNone/>
            </a:pPr>
            <a:r>
              <a:rPr lang="en-US" sz="2200" dirty="0"/>
              <a:t>box-sizing: border-box</a:t>
            </a:r>
          </a:p>
        </p:txBody>
      </p:sp>
    </p:spTree>
    <p:extLst>
      <p:ext uri="{BB962C8B-B14F-4D97-AF65-F5344CB8AC3E}">
        <p14:creationId xmlns:p14="http://schemas.microsoft.com/office/powerpoint/2010/main" val="846437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6D6590-BA84-9DAB-141C-71B4B527894D}"/>
              </a:ext>
            </a:extLst>
          </p:cNvPr>
          <p:cNvSpPr>
            <a:spLocks noGrp="1"/>
          </p:cNvSpPr>
          <p:nvPr>
            <p:ph idx="1"/>
          </p:nvPr>
        </p:nvSpPr>
        <p:spPr>
          <a:xfrm>
            <a:off x="769620" y="978408"/>
            <a:ext cx="10652760" cy="4901184"/>
          </a:xfrm>
        </p:spPr>
        <p:txBody>
          <a:bodyPr/>
          <a:lstStyle/>
          <a:p>
            <a:pPr marL="0" indent="0">
              <a:buNone/>
            </a:pPr>
            <a:r>
              <a:rPr lang="en-US" dirty="0"/>
              <a:t>That could be the overall structure of your app. Nested inside could be a products page laid out in a grid with hundreds or thousands of product pictures, descriptions, prices, shipping weight, color, and if its in stock with just eight lines. Or the overall structure could be Grid.</a:t>
            </a:r>
          </a:p>
          <a:p>
            <a:pPr marL="0" indent="0">
              <a:buNone/>
            </a:pPr>
            <a:endParaRPr lang="en-US" dirty="0"/>
          </a:p>
          <a:p>
            <a:pPr marL="0" indent="0">
              <a:spcBef>
                <a:spcPts val="0"/>
              </a:spcBef>
              <a:buNone/>
            </a:pPr>
            <a:r>
              <a:rPr lang="en-US" dirty="0"/>
              <a:t>  display: grid;</a:t>
            </a:r>
          </a:p>
          <a:p>
            <a:pPr marL="0" indent="0">
              <a:spcBef>
                <a:spcPts val="0"/>
              </a:spcBef>
              <a:buNone/>
            </a:pPr>
            <a:r>
              <a:rPr lang="en-US" dirty="0"/>
              <a:t>  grid-template-columns: 220px 1fr </a:t>
            </a:r>
            <a:r>
              <a:rPr lang="en-US" dirty="0" err="1"/>
              <a:t>1fr</a:t>
            </a:r>
            <a:r>
              <a:rPr lang="en-US" dirty="0"/>
              <a:t>;</a:t>
            </a:r>
          </a:p>
          <a:p>
            <a:pPr marL="0" indent="0">
              <a:spcBef>
                <a:spcPts val="0"/>
              </a:spcBef>
              <a:buNone/>
            </a:pPr>
            <a:r>
              <a:rPr lang="en-US" dirty="0"/>
              <a:t>  grid-template-rows: 80px 240px 80px;</a:t>
            </a:r>
          </a:p>
          <a:p>
            <a:pPr marL="0" indent="0">
              <a:spcBef>
                <a:spcPts val="0"/>
              </a:spcBef>
              <a:buNone/>
            </a:pPr>
            <a:r>
              <a:rPr lang="en-US" dirty="0"/>
              <a:t>  gap: 10px;</a:t>
            </a:r>
          </a:p>
          <a:p>
            <a:pPr marL="0" indent="0">
              <a:spcBef>
                <a:spcPts val="0"/>
              </a:spcBef>
              <a:buNone/>
            </a:pPr>
            <a:r>
              <a:rPr lang="en-US" dirty="0"/>
              <a:t>  grid-template-areas:</a:t>
            </a:r>
          </a:p>
          <a:p>
            <a:pPr marL="0" indent="0">
              <a:spcBef>
                <a:spcPts val="0"/>
              </a:spcBef>
              <a:buNone/>
            </a:pPr>
            <a:r>
              <a:rPr lang="en-US" dirty="0"/>
              <a:t>    "header </a:t>
            </a:r>
            <a:r>
              <a:rPr lang="en-US" dirty="0" err="1"/>
              <a:t>header</a:t>
            </a:r>
            <a:r>
              <a:rPr lang="en-US" dirty="0"/>
              <a:t> </a:t>
            </a:r>
            <a:r>
              <a:rPr lang="en-US" dirty="0" err="1"/>
              <a:t>header</a:t>
            </a:r>
            <a:r>
              <a:rPr lang="en-US" dirty="0"/>
              <a:t>"</a:t>
            </a:r>
          </a:p>
          <a:p>
            <a:pPr marL="0" indent="0">
              <a:spcBef>
                <a:spcPts val="0"/>
              </a:spcBef>
              <a:buNone/>
            </a:pPr>
            <a:r>
              <a:rPr lang="en-US" dirty="0"/>
              <a:t>     "content </a:t>
            </a:r>
            <a:r>
              <a:rPr lang="en-US" dirty="0" err="1"/>
              <a:t>content</a:t>
            </a:r>
            <a:r>
              <a:rPr lang="en-US" dirty="0"/>
              <a:t> sidebar"</a:t>
            </a:r>
          </a:p>
          <a:p>
            <a:pPr marL="0" indent="0">
              <a:spcBef>
                <a:spcPts val="0"/>
              </a:spcBef>
              <a:buNone/>
            </a:pPr>
            <a:r>
              <a:rPr lang="en-US" dirty="0"/>
              <a:t>     "footer </a:t>
            </a:r>
            <a:r>
              <a:rPr lang="en-US" dirty="0" err="1"/>
              <a:t>footer</a:t>
            </a:r>
            <a:r>
              <a:rPr lang="en-US" dirty="0"/>
              <a:t> </a:t>
            </a:r>
            <a:r>
              <a:rPr lang="en-US" dirty="0" err="1"/>
              <a:t>footer</a:t>
            </a:r>
            <a:r>
              <a:rPr lang="en-US" dirty="0"/>
              <a:t>";</a:t>
            </a:r>
          </a:p>
          <a:p>
            <a:pPr marL="0" indent="0">
              <a:spcBef>
                <a:spcPts val="0"/>
              </a:spcBef>
              <a:buNone/>
            </a:pPr>
            <a:endParaRPr lang="en-US" dirty="0"/>
          </a:p>
          <a:p>
            <a:pPr marL="0" indent="0">
              <a:spcBef>
                <a:spcPts val="0"/>
              </a:spcBef>
              <a:buNone/>
            </a:pPr>
            <a:endParaRPr lang="en-US" dirty="0"/>
          </a:p>
        </p:txBody>
      </p:sp>
    </p:spTree>
    <p:extLst>
      <p:ext uri="{BB962C8B-B14F-4D97-AF65-F5344CB8AC3E}">
        <p14:creationId xmlns:p14="http://schemas.microsoft.com/office/powerpoint/2010/main" val="1207819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9CBC7-C8B4-FDDF-7899-3B670FFEAB55}"/>
              </a:ext>
            </a:extLst>
          </p:cNvPr>
          <p:cNvSpPr>
            <a:spLocks noGrp="1"/>
          </p:cNvSpPr>
          <p:nvPr>
            <p:ph type="title"/>
          </p:nvPr>
        </p:nvSpPr>
        <p:spPr/>
        <p:txBody>
          <a:bodyPr/>
          <a:lstStyle/>
          <a:p>
            <a:r>
              <a:rPr lang="en-US" dirty="0"/>
              <a:t>Moving boxes around</a:t>
            </a:r>
          </a:p>
        </p:txBody>
      </p:sp>
      <p:sp>
        <p:nvSpPr>
          <p:cNvPr id="3" name="Content Placeholder 2">
            <a:extLst>
              <a:ext uri="{FF2B5EF4-FFF2-40B4-BE49-F238E27FC236}">
                <a16:creationId xmlns:a16="http://schemas.microsoft.com/office/drawing/2014/main" id="{F109F0E0-AAAA-973A-AB32-D09034329460}"/>
              </a:ext>
            </a:extLst>
          </p:cNvPr>
          <p:cNvSpPr>
            <a:spLocks noGrp="1"/>
          </p:cNvSpPr>
          <p:nvPr>
            <p:ph idx="1"/>
          </p:nvPr>
        </p:nvSpPr>
        <p:spPr>
          <a:xfrm>
            <a:off x="769620" y="1415681"/>
            <a:ext cx="10652760" cy="4026638"/>
          </a:xfrm>
        </p:spPr>
        <p:txBody>
          <a:bodyPr/>
          <a:lstStyle/>
          <a:p>
            <a:pPr marL="0" indent="0">
              <a:buNone/>
            </a:pPr>
            <a:r>
              <a:rPr lang="en-US" dirty="0"/>
              <a:t>Moving boxes around helps to </a:t>
            </a:r>
            <a:r>
              <a:rPr lang="en-US" dirty="0" err="1"/>
              <a:t>inderstand</a:t>
            </a:r>
            <a:r>
              <a:rPr lang="en-US" dirty="0"/>
              <a:t> how layouts work with flexbox and grid. Think of a big box that holds little boxes that holds stuff. First you tell the big box (.container or .wrapper) how to arrange the little boxes (.item or .header).Then tell how to arrange the stuff that’s in the little boxes.</a:t>
            </a:r>
          </a:p>
          <a:p>
            <a:pPr marL="0" indent="0">
              <a:buNone/>
            </a:pPr>
            <a:r>
              <a:rPr lang="en-US" dirty="0"/>
              <a:t>If it makes sense to use a grid that’s what you should use. If you’re using grid and fighting with rows and columns you should switch to flex, its that simple. </a:t>
            </a:r>
          </a:p>
        </p:txBody>
      </p:sp>
    </p:spTree>
    <p:extLst>
      <p:ext uri="{BB962C8B-B14F-4D97-AF65-F5344CB8AC3E}">
        <p14:creationId xmlns:p14="http://schemas.microsoft.com/office/powerpoint/2010/main" val="1846155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805CF-D467-57A4-6BF2-F2AF7F1E307B}"/>
              </a:ext>
            </a:extLst>
          </p:cNvPr>
          <p:cNvSpPr>
            <a:spLocks noGrp="1"/>
          </p:cNvSpPr>
          <p:nvPr>
            <p:ph type="title"/>
          </p:nvPr>
        </p:nvSpPr>
        <p:spPr>
          <a:xfrm>
            <a:off x="429768" y="283464"/>
            <a:ext cx="10652760" cy="492913"/>
          </a:xfrm>
        </p:spPr>
        <p:txBody>
          <a:bodyPr>
            <a:normAutofit fontScale="90000"/>
          </a:bodyPr>
          <a:lstStyle/>
          <a:p>
            <a:r>
              <a:rPr lang="en-US" dirty="0"/>
              <a:t>Center a div</a:t>
            </a:r>
          </a:p>
        </p:txBody>
      </p:sp>
      <p:sp>
        <p:nvSpPr>
          <p:cNvPr id="3" name="Content Placeholder 2">
            <a:extLst>
              <a:ext uri="{FF2B5EF4-FFF2-40B4-BE49-F238E27FC236}">
                <a16:creationId xmlns:a16="http://schemas.microsoft.com/office/drawing/2014/main" id="{B3DC4752-161C-34E3-B0A7-A5EF63C91734}"/>
              </a:ext>
            </a:extLst>
          </p:cNvPr>
          <p:cNvSpPr>
            <a:spLocks noGrp="1"/>
          </p:cNvSpPr>
          <p:nvPr>
            <p:ph idx="1"/>
          </p:nvPr>
        </p:nvSpPr>
        <p:spPr>
          <a:xfrm>
            <a:off x="895594" y="776377"/>
            <a:ext cx="10652760" cy="5934974"/>
          </a:xfrm>
        </p:spPr>
        <p:txBody>
          <a:bodyPr>
            <a:normAutofit/>
          </a:bodyPr>
          <a:lstStyle/>
          <a:p>
            <a:pPr marL="0" indent="0">
              <a:buNone/>
            </a:pPr>
            <a:r>
              <a:rPr lang="en-US" dirty="0"/>
              <a:t>From now on when you see &lt;div </a:t>
            </a:r>
            <a:r>
              <a:rPr lang="en-US" dirty="0" err="1"/>
              <a:t>className</a:t>
            </a:r>
            <a:r>
              <a:rPr lang="en-US" dirty="0"/>
              <a:t>&gt; hello &lt;/div&gt; think box.</a:t>
            </a:r>
          </a:p>
          <a:p>
            <a:pPr marL="0" indent="0">
              <a:buNone/>
            </a:pPr>
            <a:r>
              <a:rPr lang="en-US" dirty="0"/>
              <a:t>Big box = container,  Little box = item</a:t>
            </a:r>
          </a:p>
          <a:p>
            <a:pPr marL="0" indent="0">
              <a:buNone/>
            </a:pPr>
            <a:r>
              <a:rPr lang="en-US" sz="1400" dirty="0"/>
              <a:t>Thes two </a:t>
            </a:r>
            <a:r>
              <a:rPr lang="en-US" sz="1400" dirty="0" err="1"/>
              <a:t>css</a:t>
            </a:r>
            <a:r>
              <a:rPr lang="en-US" sz="1400" dirty="0"/>
              <a:t> classes will give you a grey box 500px wide with a blue box perfectly aligned in the center</a:t>
            </a:r>
          </a:p>
          <a:p>
            <a:pPr marL="0" indent="0">
              <a:buNone/>
            </a:pPr>
            <a:r>
              <a:rPr lang="en-US" sz="1400" dirty="0"/>
              <a:t>.container {</a:t>
            </a:r>
          </a:p>
          <a:p>
            <a:pPr marL="0" indent="0">
              <a:spcBef>
                <a:spcPts val="0"/>
              </a:spcBef>
              <a:buNone/>
            </a:pPr>
            <a:r>
              <a:rPr lang="en-US" sz="1400" dirty="0"/>
              <a:t>  display: flex;</a:t>
            </a:r>
          </a:p>
          <a:p>
            <a:pPr marL="0" indent="0">
              <a:spcBef>
                <a:spcPts val="0"/>
              </a:spcBef>
              <a:buNone/>
            </a:pPr>
            <a:r>
              <a:rPr lang="en-US" sz="1400" dirty="0"/>
              <a:t>  flex-direction: column;</a:t>
            </a:r>
          </a:p>
          <a:p>
            <a:pPr marL="0" indent="0">
              <a:spcBef>
                <a:spcPts val="0"/>
              </a:spcBef>
              <a:buNone/>
            </a:pPr>
            <a:r>
              <a:rPr lang="en-US" sz="1400" dirty="0"/>
              <a:t>  justify-content: space-between;</a:t>
            </a:r>
          </a:p>
          <a:p>
            <a:pPr marL="0" indent="0">
              <a:spcBef>
                <a:spcPts val="0"/>
              </a:spcBef>
              <a:buNone/>
            </a:pPr>
            <a:r>
              <a:rPr lang="en-US" sz="1400" dirty="0"/>
              <a:t>  align-items: center;</a:t>
            </a:r>
          </a:p>
          <a:p>
            <a:pPr marL="0" indent="0">
              <a:spcBef>
                <a:spcPts val="0"/>
              </a:spcBef>
              <a:buNone/>
            </a:pPr>
            <a:r>
              <a:rPr lang="en-US" sz="1400" dirty="0"/>
              <a:t>  box-sizing: border-box;</a:t>
            </a:r>
          </a:p>
          <a:p>
            <a:pPr marL="0" indent="0">
              <a:spcBef>
                <a:spcPts val="0"/>
              </a:spcBef>
              <a:buNone/>
            </a:pPr>
            <a:r>
              <a:rPr lang="en-US" sz="1400" dirty="0"/>
              <a:t>  height: 500;</a:t>
            </a:r>
          </a:p>
          <a:p>
            <a:pPr marL="0" indent="0">
              <a:spcBef>
                <a:spcPts val="0"/>
              </a:spcBef>
              <a:buNone/>
            </a:pPr>
            <a:r>
              <a:rPr lang="en-US" sz="1400" dirty="0"/>
              <a:t>  width: 500px;</a:t>
            </a:r>
          </a:p>
          <a:p>
            <a:pPr marL="0" indent="0">
              <a:spcBef>
                <a:spcPts val="0"/>
              </a:spcBef>
              <a:buNone/>
            </a:pPr>
            <a:r>
              <a:rPr lang="en-US" sz="1400" dirty="0"/>
              <a:t>  border: 1px solid #aaaaaa;</a:t>
            </a:r>
          </a:p>
          <a:p>
            <a:pPr marL="0" indent="0">
              <a:spcBef>
                <a:spcPts val="0"/>
              </a:spcBef>
              <a:buNone/>
            </a:pPr>
            <a:r>
              <a:rPr lang="en-US" sz="1400" dirty="0"/>
              <a:t>  background-color: #454545;</a:t>
            </a:r>
          </a:p>
          <a:p>
            <a:pPr marL="0" indent="0">
              <a:spcBef>
                <a:spcPts val="0"/>
              </a:spcBef>
              <a:buNone/>
            </a:pPr>
            <a:r>
              <a:rPr lang="en-US" sz="1400" dirty="0"/>
              <a:t>}</a:t>
            </a:r>
          </a:p>
          <a:p>
            <a:pPr marL="0" indent="0">
              <a:spcBef>
                <a:spcPts val="0"/>
              </a:spcBef>
              <a:buNone/>
            </a:pPr>
            <a:r>
              <a:rPr lang="en-US" sz="1400" dirty="0"/>
              <a:t>.item {</a:t>
            </a:r>
          </a:p>
          <a:p>
            <a:pPr marL="0" indent="0">
              <a:spcBef>
                <a:spcPts val="0"/>
              </a:spcBef>
              <a:buNone/>
            </a:pPr>
            <a:r>
              <a:rPr lang="en-US" sz="1400" dirty="0"/>
              <a:t>  height: 100px;</a:t>
            </a:r>
          </a:p>
          <a:p>
            <a:pPr marL="0" indent="0">
              <a:spcBef>
                <a:spcPts val="0"/>
              </a:spcBef>
              <a:buNone/>
            </a:pPr>
            <a:r>
              <a:rPr lang="en-US" sz="1400" dirty="0"/>
              <a:t>  width: 100px;</a:t>
            </a:r>
          </a:p>
          <a:p>
            <a:pPr marL="0" indent="0">
              <a:spcBef>
                <a:spcPts val="0"/>
              </a:spcBef>
              <a:buNone/>
            </a:pPr>
            <a:r>
              <a:rPr lang="en-US" sz="1400" dirty="0"/>
              <a:t>  border: 2px solid blue;</a:t>
            </a:r>
          </a:p>
          <a:p>
            <a:pPr marL="0" indent="0">
              <a:spcBef>
                <a:spcPts val="0"/>
              </a:spcBef>
              <a:buNone/>
            </a:pPr>
            <a:r>
              <a:rPr lang="en-US" sz="1400" dirty="0"/>
              <a:t>  background-color: </a:t>
            </a:r>
            <a:r>
              <a:rPr lang="en-US" sz="1400" dirty="0" err="1"/>
              <a:t>lightblue</a:t>
            </a:r>
            <a:r>
              <a:rPr lang="en-US" sz="1400" dirty="0"/>
              <a:t>;</a:t>
            </a:r>
          </a:p>
          <a:p>
            <a:pPr marL="0" indent="0">
              <a:spcBef>
                <a:spcPts val="0"/>
              </a:spcBef>
              <a:buNone/>
            </a:pPr>
            <a:r>
              <a:rPr lang="en-US" sz="1400" dirty="0"/>
              <a:t>}</a:t>
            </a:r>
          </a:p>
          <a:p>
            <a:pPr marL="0" indent="0">
              <a:spcBef>
                <a:spcPts val="0"/>
              </a:spcBef>
              <a:buNone/>
            </a:pPr>
            <a:endParaRPr lang="en-US" dirty="0"/>
          </a:p>
        </p:txBody>
      </p:sp>
    </p:spTree>
    <p:extLst>
      <p:ext uri="{BB962C8B-B14F-4D97-AF65-F5344CB8AC3E}">
        <p14:creationId xmlns:p14="http://schemas.microsoft.com/office/powerpoint/2010/main" val="1525785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7A1B9-33DB-262A-C54D-31C6B511B49E}"/>
              </a:ext>
            </a:extLst>
          </p:cNvPr>
          <p:cNvSpPr>
            <a:spLocks noGrp="1"/>
          </p:cNvSpPr>
          <p:nvPr>
            <p:ph type="title"/>
          </p:nvPr>
        </p:nvSpPr>
        <p:spPr/>
        <p:txBody>
          <a:bodyPr/>
          <a:lstStyle/>
          <a:p>
            <a:r>
              <a:rPr lang="en-US" dirty="0"/>
              <a:t>JSX file</a:t>
            </a:r>
          </a:p>
        </p:txBody>
      </p:sp>
      <p:sp>
        <p:nvSpPr>
          <p:cNvPr id="3" name="Content Placeholder 2">
            <a:extLst>
              <a:ext uri="{FF2B5EF4-FFF2-40B4-BE49-F238E27FC236}">
                <a16:creationId xmlns:a16="http://schemas.microsoft.com/office/drawing/2014/main" id="{508A66E4-2AF9-9E84-1D11-1BD1EA68A798}"/>
              </a:ext>
            </a:extLst>
          </p:cNvPr>
          <p:cNvSpPr>
            <a:spLocks noGrp="1"/>
          </p:cNvSpPr>
          <p:nvPr>
            <p:ph idx="1"/>
          </p:nvPr>
        </p:nvSpPr>
        <p:spPr/>
        <p:txBody>
          <a:bodyPr/>
          <a:lstStyle/>
          <a:p>
            <a:pPr marL="0" indent="0">
              <a:buNone/>
            </a:pPr>
            <a:r>
              <a:rPr lang="en-US" dirty="0"/>
              <a:t>import styles from "./Boxes.module.css";</a:t>
            </a:r>
          </a:p>
          <a:p>
            <a:pPr marL="0" indent="0">
              <a:buNone/>
            </a:pPr>
            <a:r>
              <a:rPr lang="en-US" dirty="0"/>
              <a:t>export default function Boxes() {</a:t>
            </a:r>
          </a:p>
          <a:p>
            <a:pPr marL="0" indent="0">
              <a:spcBef>
                <a:spcPts val="0"/>
              </a:spcBef>
              <a:buNone/>
            </a:pPr>
            <a:r>
              <a:rPr lang="en-US" dirty="0"/>
              <a:t>  return (</a:t>
            </a:r>
          </a:p>
          <a:p>
            <a:pPr marL="0" indent="0">
              <a:spcBef>
                <a:spcPts val="0"/>
              </a:spcBef>
              <a:buNone/>
            </a:pPr>
            <a:r>
              <a:rPr lang="en-US" dirty="0"/>
              <a:t>    &lt;div </a:t>
            </a:r>
            <a:r>
              <a:rPr lang="en-US" dirty="0" err="1"/>
              <a:t>className</a:t>
            </a:r>
            <a:r>
              <a:rPr lang="en-US" dirty="0"/>
              <a:t>={</a:t>
            </a:r>
            <a:r>
              <a:rPr lang="en-US" dirty="0" err="1"/>
              <a:t>styles.container</a:t>
            </a:r>
            <a:r>
              <a:rPr lang="en-US" dirty="0"/>
              <a:t>}&gt;</a:t>
            </a:r>
          </a:p>
          <a:p>
            <a:pPr marL="0" indent="0">
              <a:spcBef>
                <a:spcPts val="0"/>
              </a:spcBef>
              <a:buNone/>
            </a:pPr>
            <a:r>
              <a:rPr lang="en-US" dirty="0"/>
              <a:t>       &lt;div </a:t>
            </a:r>
            <a:r>
              <a:rPr lang="en-US" dirty="0" err="1"/>
              <a:t>className</a:t>
            </a:r>
            <a:r>
              <a:rPr lang="en-US" dirty="0"/>
              <a:t>={</a:t>
            </a:r>
            <a:r>
              <a:rPr lang="en-US" dirty="0" err="1"/>
              <a:t>styles.item</a:t>
            </a:r>
            <a:r>
              <a:rPr lang="en-US" dirty="0"/>
              <a:t>}&gt; Little Box&lt;/div&gt;</a:t>
            </a:r>
          </a:p>
          <a:p>
            <a:pPr marL="0" indent="0">
              <a:spcBef>
                <a:spcPts val="0"/>
              </a:spcBef>
              <a:buNone/>
            </a:pPr>
            <a:r>
              <a:rPr lang="en-US" dirty="0"/>
              <a:t>    &lt;/div&gt;</a:t>
            </a:r>
          </a:p>
          <a:p>
            <a:pPr marL="0" indent="0">
              <a:spcBef>
                <a:spcPts val="0"/>
              </a:spcBef>
              <a:buNone/>
            </a:pPr>
            <a:r>
              <a:rPr lang="en-US" dirty="0"/>
              <a:t>  )</a:t>
            </a:r>
          </a:p>
          <a:p>
            <a:pPr marL="0" indent="0">
              <a:spcBef>
                <a:spcPts val="0"/>
              </a:spcBef>
              <a:buNone/>
            </a:pPr>
            <a:r>
              <a:rPr lang="en-US" dirty="0"/>
              <a:t>};</a:t>
            </a:r>
          </a:p>
        </p:txBody>
      </p:sp>
    </p:spTree>
    <p:extLst>
      <p:ext uri="{BB962C8B-B14F-4D97-AF65-F5344CB8AC3E}">
        <p14:creationId xmlns:p14="http://schemas.microsoft.com/office/powerpoint/2010/main" val="471398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7098E-A4FB-5DF2-FDC7-CE1F74E864B9}"/>
              </a:ext>
            </a:extLst>
          </p:cNvPr>
          <p:cNvSpPr>
            <a:spLocks noGrp="1"/>
          </p:cNvSpPr>
          <p:nvPr>
            <p:ph idx="1"/>
          </p:nvPr>
        </p:nvSpPr>
        <p:spPr>
          <a:xfrm>
            <a:off x="557065" y="1224951"/>
            <a:ext cx="11077870" cy="5120726"/>
          </a:xfrm>
        </p:spPr>
        <p:txBody>
          <a:bodyPr/>
          <a:lstStyle/>
          <a:p>
            <a:pPr marL="0" indent="0">
              <a:buNone/>
            </a:pPr>
            <a:r>
              <a:rPr lang="en-US" dirty="0"/>
              <a:t>If you want the little box to be in the top left, you tell the big box where to put it. Just change two attributes of the properties you’ve already given it. </a:t>
            </a:r>
          </a:p>
          <a:p>
            <a:pPr marL="0" indent="0">
              <a:buNone/>
            </a:pPr>
            <a:endParaRPr lang="en-US" dirty="0"/>
          </a:p>
          <a:p>
            <a:pPr marL="0" indent="0">
              <a:buNone/>
            </a:pPr>
            <a:r>
              <a:rPr lang="en-US" dirty="0"/>
              <a:t>.container {</a:t>
            </a:r>
          </a:p>
          <a:p>
            <a:pPr marL="0" indent="0">
              <a:spcBef>
                <a:spcPts val="0"/>
              </a:spcBef>
              <a:buNone/>
            </a:pPr>
            <a:r>
              <a:rPr lang="en-US" dirty="0"/>
              <a:t>  display: flex;</a:t>
            </a:r>
          </a:p>
          <a:p>
            <a:pPr marL="0" indent="0">
              <a:spcBef>
                <a:spcPts val="0"/>
              </a:spcBef>
              <a:buNone/>
            </a:pPr>
            <a:r>
              <a:rPr lang="en-US" dirty="0"/>
              <a:t>  flex-direction: column;</a:t>
            </a:r>
          </a:p>
          <a:p>
            <a:pPr marL="0" indent="0">
              <a:spcBef>
                <a:spcPts val="0"/>
              </a:spcBef>
              <a:buNone/>
            </a:pPr>
            <a:r>
              <a:rPr lang="en-US" dirty="0"/>
              <a:t>  justify-content: flex-start;  /** This changed */</a:t>
            </a:r>
          </a:p>
          <a:p>
            <a:pPr marL="0" indent="0">
              <a:spcBef>
                <a:spcPts val="0"/>
              </a:spcBef>
              <a:buNone/>
            </a:pPr>
            <a:r>
              <a:rPr lang="en-US" dirty="0"/>
              <a:t>  align-items: flex-start;  /** This changed */</a:t>
            </a:r>
          </a:p>
          <a:p>
            <a:pPr marL="0" indent="0">
              <a:spcBef>
                <a:spcPts val="0"/>
              </a:spcBef>
              <a:buNone/>
            </a:pPr>
            <a:r>
              <a:rPr lang="en-US" dirty="0"/>
              <a:t>  box-sizing: border-box;</a:t>
            </a:r>
          </a:p>
          <a:p>
            <a:pPr marL="0" indent="0">
              <a:spcBef>
                <a:spcPts val="0"/>
              </a:spcBef>
              <a:buNone/>
            </a:pPr>
            <a:r>
              <a:rPr lang="en-US" dirty="0"/>
              <a:t>  height: 500;</a:t>
            </a:r>
          </a:p>
          <a:p>
            <a:pPr marL="0" indent="0">
              <a:spcBef>
                <a:spcPts val="0"/>
              </a:spcBef>
              <a:buNone/>
            </a:pPr>
            <a:r>
              <a:rPr lang="en-US" dirty="0"/>
              <a:t>  width: 500px;</a:t>
            </a:r>
          </a:p>
          <a:p>
            <a:pPr marL="0" indent="0">
              <a:spcBef>
                <a:spcPts val="0"/>
              </a:spcBef>
              <a:buNone/>
            </a:pPr>
            <a:r>
              <a:rPr lang="en-US" dirty="0"/>
              <a:t>  border: 1px solid #aaaaaa;</a:t>
            </a:r>
          </a:p>
          <a:p>
            <a:pPr marL="0" indent="0">
              <a:spcBef>
                <a:spcPts val="0"/>
              </a:spcBef>
              <a:buNone/>
            </a:pPr>
            <a:r>
              <a:rPr lang="en-US" dirty="0"/>
              <a:t>  background-color: #454545;</a:t>
            </a:r>
          </a:p>
          <a:p>
            <a:pPr marL="0" indent="0">
              <a:spcBef>
                <a:spcPts val="0"/>
              </a:spcBef>
              <a:buNone/>
            </a:pPr>
            <a:r>
              <a:rPr lang="en-US" dirty="0"/>
              <a:t>}</a:t>
            </a:r>
          </a:p>
          <a:p>
            <a:pPr marL="0" indent="0">
              <a:buNone/>
            </a:pPr>
            <a:endParaRPr lang="en-US" dirty="0"/>
          </a:p>
        </p:txBody>
      </p:sp>
      <p:sp>
        <p:nvSpPr>
          <p:cNvPr id="4" name="TextBox 3">
            <a:extLst>
              <a:ext uri="{FF2B5EF4-FFF2-40B4-BE49-F238E27FC236}">
                <a16:creationId xmlns:a16="http://schemas.microsoft.com/office/drawing/2014/main" id="{6C7E2C18-6E17-1DAB-CF77-DE61D5F37A5F}"/>
              </a:ext>
            </a:extLst>
          </p:cNvPr>
          <p:cNvSpPr txBox="1"/>
          <p:nvPr/>
        </p:nvSpPr>
        <p:spPr>
          <a:xfrm>
            <a:off x="557065" y="512323"/>
            <a:ext cx="8712679" cy="584775"/>
          </a:xfrm>
          <a:prstGeom prst="rect">
            <a:avLst/>
          </a:prstGeom>
          <a:noFill/>
        </p:spPr>
        <p:txBody>
          <a:bodyPr wrap="square" rtlCol="0">
            <a:spAutoFit/>
          </a:bodyPr>
          <a:lstStyle/>
          <a:p>
            <a:r>
              <a:rPr lang="en-US" sz="3200" dirty="0"/>
              <a:t>The classes you create are dynamic</a:t>
            </a:r>
          </a:p>
        </p:txBody>
      </p:sp>
    </p:spTree>
    <p:extLst>
      <p:ext uri="{BB962C8B-B14F-4D97-AF65-F5344CB8AC3E}">
        <p14:creationId xmlns:p14="http://schemas.microsoft.com/office/powerpoint/2010/main" val="179229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EA3E3E-72A9-70B6-66BD-6A5925EAFB73}"/>
              </a:ext>
            </a:extLst>
          </p:cNvPr>
          <p:cNvSpPr>
            <a:spLocks noGrp="1"/>
          </p:cNvSpPr>
          <p:nvPr>
            <p:ph idx="1"/>
          </p:nvPr>
        </p:nvSpPr>
        <p:spPr>
          <a:xfrm>
            <a:off x="149291" y="391887"/>
            <a:ext cx="11868538" cy="5890042"/>
          </a:xfrm>
        </p:spPr>
        <p:txBody>
          <a:bodyPr>
            <a:normAutofit/>
          </a:bodyPr>
          <a:lstStyle/>
          <a:p>
            <a:pPr>
              <a:spcBef>
                <a:spcPts val="0"/>
              </a:spcBef>
              <a:buFont typeface="Wingdings" panose="05000000000000000000" pitchFamily="2" charset="2"/>
              <a:buChar char="Ø"/>
            </a:pPr>
            <a:r>
              <a:rPr lang="en-US" sz="2800" dirty="0">
                <a:solidFill>
                  <a:srgbClr val="0070C0"/>
                </a:solidFill>
              </a:rPr>
              <a:t> .container {              /* class </a:t>
            </a:r>
            <a:r>
              <a:rPr lang="en-US" sz="2800" dirty="0" err="1">
                <a:solidFill>
                  <a:srgbClr val="0070C0"/>
                </a:solidFill>
              </a:rPr>
              <a:t>decloration</a:t>
            </a:r>
            <a:r>
              <a:rPr lang="en-US" sz="2800" dirty="0">
                <a:solidFill>
                  <a:srgbClr val="0070C0"/>
                </a:solidFill>
              </a:rPr>
              <a:t> */</a:t>
            </a:r>
          </a:p>
          <a:p>
            <a:pPr marL="457200" lvl="2" indent="0">
              <a:spcBef>
                <a:spcPts val="0"/>
              </a:spcBef>
              <a:buNone/>
            </a:pPr>
            <a:r>
              <a:rPr lang="en-US" sz="2400" dirty="0">
                <a:solidFill>
                  <a:srgbClr val="00B050"/>
                </a:solidFill>
              </a:rPr>
              <a:t>  display: flex;  /*  tell the browser your using flex */</a:t>
            </a:r>
          </a:p>
          <a:p>
            <a:pPr marL="457200" lvl="2" indent="0">
              <a:spcBef>
                <a:spcPts val="0"/>
              </a:spcBef>
              <a:buNone/>
            </a:pPr>
            <a:r>
              <a:rPr lang="en-US" sz="2400" dirty="0">
                <a:solidFill>
                  <a:srgbClr val="00B050"/>
                </a:solidFill>
              </a:rPr>
              <a:t>  flex-direction: column;   /* set the direction of main axis, default is row*/</a:t>
            </a:r>
          </a:p>
          <a:p>
            <a:pPr marL="457200" lvl="2" indent="0">
              <a:spcBef>
                <a:spcPts val="0"/>
              </a:spcBef>
              <a:buNone/>
            </a:pPr>
            <a:r>
              <a:rPr lang="en-US" sz="2400" dirty="0">
                <a:solidFill>
                  <a:srgbClr val="00B050"/>
                </a:solidFill>
              </a:rPr>
              <a:t>  justify-content: flex-start;   /* set how things line up on the main axis */</a:t>
            </a:r>
          </a:p>
          <a:p>
            <a:pPr marL="457200" lvl="2" indent="0">
              <a:spcBef>
                <a:spcPts val="0"/>
              </a:spcBef>
              <a:buNone/>
            </a:pPr>
            <a:r>
              <a:rPr lang="en-US" sz="2400" dirty="0">
                <a:solidFill>
                  <a:srgbClr val="00B050"/>
                </a:solidFill>
              </a:rPr>
              <a:t>  align-items: center;     /* set how things line up on the cross axis */</a:t>
            </a:r>
          </a:p>
          <a:p>
            <a:pPr marL="457200" lvl="2" indent="0">
              <a:spcBef>
                <a:spcPts val="0"/>
              </a:spcBef>
              <a:buNone/>
            </a:pPr>
            <a:r>
              <a:rPr lang="en-US" sz="2400" dirty="0">
                <a:solidFill>
                  <a:srgbClr val="00B050"/>
                </a:solidFill>
              </a:rPr>
              <a:t>  box-sizing: border-box;    /* width and </a:t>
            </a:r>
            <a:r>
              <a:rPr lang="en-US" sz="2400">
                <a:solidFill>
                  <a:srgbClr val="00B050"/>
                </a:solidFill>
              </a:rPr>
              <a:t>height include </a:t>
            </a:r>
            <a:r>
              <a:rPr lang="en-US" sz="2400" dirty="0">
                <a:solidFill>
                  <a:srgbClr val="00B050"/>
                </a:solidFill>
              </a:rPr>
              <a:t>padding and border*/ </a:t>
            </a:r>
          </a:p>
          <a:p>
            <a:pPr>
              <a:spcBef>
                <a:spcPts val="0"/>
              </a:spcBef>
              <a:buFont typeface="Wingdings" panose="05000000000000000000" pitchFamily="2" charset="2"/>
              <a:buChar char="Ø"/>
            </a:pPr>
            <a:r>
              <a:rPr lang="en-US" sz="2800" dirty="0">
                <a:solidFill>
                  <a:srgbClr val="0070C0"/>
                </a:solidFill>
              </a:rPr>
              <a:t>}</a:t>
            </a:r>
          </a:p>
        </p:txBody>
      </p:sp>
    </p:spTree>
    <p:extLst>
      <p:ext uri="{BB962C8B-B14F-4D97-AF65-F5344CB8AC3E}">
        <p14:creationId xmlns:p14="http://schemas.microsoft.com/office/powerpoint/2010/main" val="769394946"/>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13307</TotalTime>
  <Words>896</Words>
  <Application>Microsoft Office PowerPoint</Application>
  <PresentationFormat>Widescreen</PresentationFormat>
  <Paragraphs>103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Arial Unicode MS</vt:lpstr>
      <vt:lpstr>Neue Haas Grotesk Text Pro</vt:lpstr>
      <vt:lpstr>Wingdings</vt:lpstr>
      <vt:lpstr>Dune</vt:lpstr>
      <vt:lpstr>CSS Flexbox &amp; Gird</vt:lpstr>
      <vt:lpstr>Disclaimer</vt:lpstr>
      <vt:lpstr>Important Architecture Note, Global Properties</vt:lpstr>
      <vt:lpstr>Some Key Concepts </vt:lpstr>
      <vt:lpstr>Some Key Concepts</vt:lpstr>
      <vt:lpstr>PowerPoint Presentation</vt:lpstr>
      <vt:lpstr>PowerPoint Presentation</vt:lpstr>
      <vt:lpstr>Moving boxes around</vt:lpstr>
      <vt:lpstr>Center a div</vt:lpstr>
      <vt:lpstr>JSX file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RAVEN FREAD</dc:creator>
  <cp:lastModifiedBy>RAVEN FREAD</cp:lastModifiedBy>
  <cp:revision>1</cp:revision>
  <dcterms:created xsi:type="dcterms:W3CDTF">2026-02-19T03:22:28Z</dcterms:created>
  <dcterms:modified xsi:type="dcterms:W3CDTF">2026-02-28T16:37:18Z</dcterms:modified>
</cp:coreProperties>
</file>