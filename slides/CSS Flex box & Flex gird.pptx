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notesMasterIdLst>
    <p:notesMasterId r:id="rId15"/>
  </p:notesMasterIdLst>
  <p:sldIdLst>
    <p:sldId id="256" r:id="rId2"/>
    <p:sldId id="257" r:id="rId3"/>
    <p:sldId id="266" r:id="rId4"/>
    <p:sldId id="258" r:id="rId5"/>
    <p:sldId id="259" r:id="rId6"/>
    <p:sldId id="260" r:id="rId7"/>
    <p:sldId id="261" r:id="rId8"/>
    <p:sldId id="262" r:id="rId9"/>
    <p:sldId id="263" r:id="rId10"/>
    <p:sldId id="264" r:id="rId11"/>
    <p:sldId id="265"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F0FF"/>
    <a:srgbClr val="F5F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1E21D-9E40-4486-BCAB-1B1D063C8F28}" v="738" dt="2026-02-28T16:11:33.9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55" autoAdjust="0"/>
    <p:restoredTop sz="94660"/>
  </p:normalViewPr>
  <p:slideViewPr>
    <p:cSldViewPr snapToGrid="0">
      <p:cViewPr varScale="1">
        <p:scale>
          <a:sx n="52" d="100"/>
          <a:sy n="52" d="100"/>
        </p:scale>
        <p:origin x="1464" y="276"/>
      </p:cViewPr>
      <p:guideLst/>
    </p:cSldViewPr>
  </p:slideViewPr>
  <p:notesTextViewPr>
    <p:cViewPr>
      <p:scale>
        <a:sx n="1" d="1"/>
        <a:sy n="1" d="1"/>
      </p:scale>
      <p:origin x="0" y="0"/>
    </p:cViewPr>
  </p:notesTextViewPr>
  <p:sorterViewPr>
    <p:cViewPr>
      <p:scale>
        <a:sx n="100" d="100"/>
        <a:sy n="100" d="100"/>
      </p:scale>
      <p:origin x="0" y="-2646"/>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stin fread" userId="35565ca3bf38d4f7" providerId="LiveId" clId="{55029DE6-1563-4F07-9D39-FEE90A641FD3}"/>
    <pc:docChg chg="undo custSel addSld modSld sldOrd modMainMaster">
      <pc:chgData name="justin fread" userId="35565ca3bf38d4f7" providerId="LiveId" clId="{55029DE6-1563-4F07-9D39-FEE90A641FD3}" dt="2026-02-28T16:37:18.740" v="8077" actId="20577"/>
      <pc:docMkLst>
        <pc:docMk/>
      </pc:docMkLst>
      <pc:sldChg chg="addSp delSp modSp mod">
        <pc:chgData name="justin fread" userId="35565ca3bf38d4f7" providerId="LiveId" clId="{55029DE6-1563-4F07-9D39-FEE90A641FD3}" dt="2026-02-28T07:50:30.536" v="6062" actId="1076"/>
        <pc:sldMkLst>
          <pc:docMk/>
          <pc:sldMk cId="1898408965" sldId="256"/>
        </pc:sldMkLst>
        <pc:spChg chg="mod">
          <ac:chgData name="justin fread" userId="35565ca3bf38d4f7" providerId="LiveId" clId="{55029DE6-1563-4F07-9D39-FEE90A641FD3}" dt="2026-02-28T07:30:11.328" v="5656" actId="20577"/>
          <ac:spMkLst>
            <pc:docMk/>
            <pc:sldMk cId="1898408965" sldId="256"/>
            <ac:spMk id="2" creationId="{B2D7A552-BC83-9B8D-0C11-7ADBF492F8AC}"/>
          </ac:spMkLst>
        </pc:spChg>
        <pc:spChg chg="del mod">
          <ac:chgData name="justin fread" userId="35565ca3bf38d4f7" providerId="LiveId" clId="{55029DE6-1563-4F07-9D39-FEE90A641FD3}" dt="2026-02-28T07:48:33.566" v="6049" actId="21"/>
          <ac:spMkLst>
            <pc:docMk/>
            <pc:sldMk cId="1898408965" sldId="256"/>
            <ac:spMk id="3" creationId="{FD5B3785-50F8-5F29-7EFD-7E3FF430813A}"/>
          </ac:spMkLst>
        </pc:spChg>
        <pc:spChg chg="add del mod">
          <ac:chgData name="justin fread" userId="35565ca3bf38d4f7" providerId="LiveId" clId="{55029DE6-1563-4F07-9D39-FEE90A641FD3}" dt="2026-02-28T07:48:40.009" v="6050" actId="21"/>
          <ac:spMkLst>
            <pc:docMk/>
            <pc:sldMk cId="1898408965" sldId="256"/>
            <ac:spMk id="5" creationId="{7EFEE1BE-5E11-6DE7-C743-CA77037D6856}"/>
          </ac:spMkLst>
        </pc:spChg>
        <pc:spChg chg="add del mod">
          <ac:chgData name="justin fread" userId="35565ca3bf38d4f7" providerId="LiveId" clId="{55029DE6-1563-4F07-9D39-FEE90A641FD3}" dt="2026-02-28T07:49:15.270" v="6056"/>
          <ac:spMkLst>
            <pc:docMk/>
            <pc:sldMk cId="1898408965" sldId="256"/>
            <ac:spMk id="6" creationId="{3BEAC41C-A94F-1947-2D3A-EA8A9A564F8A}"/>
          </ac:spMkLst>
        </pc:spChg>
        <pc:spChg chg="add mod">
          <ac:chgData name="justin fread" userId="35565ca3bf38d4f7" providerId="LiveId" clId="{55029DE6-1563-4F07-9D39-FEE90A641FD3}" dt="2026-02-28T07:50:30.536" v="6062" actId="1076"/>
          <ac:spMkLst>
            <pc:docMk/>
            <pc:sldMk cId="1898408965" sldId="256"/>
            <ac:spMk id="7" creationId="{7EFEE1BE-5E11-6DE7-C743-CA77037D6856}"/>
          </ac:spMkLst>
        </pc:spChg>
      </pc:sldChg>
      <pc:sldChg chg="addSp delSp modSp mod setBg">
        <pc:chgData name="justin fread" userId="35565ca3bf38d4f7" providerId="LiveId" clId="{55029DE6-1563-4F07-9D39-FEE90A641FD3}" dt="2026-02-28T07:53:06.273" v="6077"/>
        <pc:sldMkLst>
          <pc:docMk/>
          <pc:sldMk cId="4236079647" sldId="257"/>
        </pc:sldMkLst>
        <pc:spChg chg="mod">
          <ac:chgData name="justin fread" userId="35565ca3bf38d4f7" providerId="LiveId" clId="{55029DE6-1563-4F07-9D39-FEE90A641FD3}" dt="2026-02-28T03:46:29.251" v="0"/>
          <ac:spMkLst>
            <pc:docMk/>
            <pc:sldMk cId="4236079647" sldId="257"/>
            <ac:spMk id="2" creationId="{407767C2-74E8-E892-B1FB-F0788D262FA5}"/>
          </ac:spMkLst>
        </pc:spChg>
        <pc:spChg chg="del mod">
          <ac:chgData name="justin fread" userId="35565ca3bf38d4f7" providerId="LiveId" clId="{55029DE6-1563-4F07-9D39-FEE90A641FD3}" dt="2026-02-28T07:51:32.364" v="6064" actId="21"/>
          <ac:spMkLst>
            <pc:docMk/>
            <pc:sldMk cId="4236079647" sldId="257"/>
            <ac:spMk id="3" creationId="{8EF4BA5C-8C3B-72ED-A543-04C5A65253F5}"/>
          </ac:spMkLst>
        </pc:spChg>
        <pc:spChg chg="add">
          <ac:chgData name="justin fread" userId="35565ca3bf38d4f7" providerId="LiveId" clId="{55029DE6-1563-4F07-9D39-FEE90A641FD3}" dt="2026-02-28T07:51:20.304" v="6063"/>
          <ac:spMkLst>
            <pc:docMk/>
            <pc:sldMk cId="4236079647" sldId="257"/>
            <ac:spMk id="4" creationId="{D2DDCBC6-B734-3300-CC20-8537E5D80DF2}"/>
          </ac:spMkLst>
        </pc:spChg>
        <pc:spChg chg="add del mod">
          <ac:chgData name="justin fread" userId="35565ca3bf38d4f7" providerId="LiveId" clId="{55029DE6-1563-4F07-9D39-FEE90A641FD3}" dt="2026-02-28T07:51:45.693" v="6067" actId="21"/>
          <ac:spMkLst>
            <pc:docMk/>
            <pc:sldMk cId="4236079647" sldId="257"/>
            <ac:spMk id="6" creationId="{BAEF279C-58AA-9077-A293-F4C51409E755}"/>
          </ac:spMkLst>
        </pc:spChg>
        <pc:spChg chg="add mod">
          <ac:chgData name="justin fread" userId="35565ca3bf38d4f7" providerId="LiveId" clId="{55029DE6-1563-4F07-9D39-FEE90A641FD3}" dt="2026-02-28T07:51:39.438" v="6066"/>
          <ac:spMkLst>
            <pc:docMk/>
            <pc:sldMk cId="4236079647" sldId="257"/>
            <ac:spMk id="7" creationId="{8EF4BA5C-8C3B-72ED-A543-04C5A65253F5}"/>
          </ac:spMkLst>
        </pc:spChg>
        <pc:spChg chg="add del mod">
          <ac:chgData name="justin fread" userId="35565ca3bf38d4f7" providerId="LiveId" clId="{55029DE6-1563-4F07-9D39-FEE90A641FD3}" dt="2026-02-28T07:53:06.273" v="6077"/>
          <ac:spMkLst>
            <pc:docMk/>
            <pc:sldMk cId="4236079647" sldId="257"/>
            <ac:spMk id="8" creationId="{BBBA60DF-D8FE-27E9-8413-BD23FDA5A653}"/>
          </ac:spMkLst>
        </pc:spChg>
        <pc:spChg chg="add del mod">
          <ac:chgData name="justin fread" userId="35565ca3bf38d4f7" providerId="LiveId" clId="{55029DE6-1563-4F07-9D39-FEE90A641FD3}" dt="2026-02-28T07:52:31.806" v="6072"/>
          <ac:spMkLst>
            <pc:docMk/>
            <pc:sldMk cId="4236079647" sldId="257"/>
            <ac:spMk id="9" creationId="{BAEF279C-58AA-9077-A293-F4C51409E755}"/>
          </ac:spMkLst>
        </pc:spChg>
        <pc:spChg chg="add mod">
          <ac:chgData name="justin fread" userId="35565ca3bf38d4f7" providerId="LiveId" clId="{55029DE6-1563-4F07-9D39-FEE90A641FD3}" dt="2026-02-28T07:53:05.407" v="6075" actId="1076"/>
          <ac:spMkLst>
            <pc:docMk/>
            <pc:sldMk cId="4236079647" sldId="257"/>
            <ac:spMk id="10" creationId="{B39FDF55-2D7B-6719-DC00-CEA3B26EA864}"/>
          </ac:spMkLst>
        </pc:spChg>
      </pc:sldChg>
      <pc:sldChg chg="addSp delSp modSp new mod setBg">
        <pc:chgData name="justin fread" userId="35565ca3bf38d4f7" providerId="LiveId" clId="{55029DE6-1563-4F07-9D39-FEE90A641FD3}" dt="2026-02-28T07:21:06.670" v="5441" actId="1076"/>
        <pc:sldMkLst>
          <pc:docMk/>
          <pc:sldMk cId="2957785228" sldId="258"/>
        </pc:sldMkLst>
        <pc:spChg chg="mod">
          <ac:chgData name="justin fread" userId="35565ca3bf38d4f7" providerId="LiveId" clId="{55029DE6-1563-4F07-9D39-FEE90A641FD3}" dt="2026-02-28T04:39:18.937" v="654" actId="20577"/>
          <ac:spMkLst>
            <pc:docMk/>
            <pc:sldMk cId="2957785228" sldId="258"/>
            <ac:spMk id="2" creationId="{3E55F0A0-0663-BC84-89B0-FF3BD9DE9693}"/>
          </ac:spMkLst>
        </pc:spChg>
        <pc:spChg chg="del mod">
          <ac:chgData name="justin fread" userId="35565ca3bf38d4f7" providerId="LiveId" clId="{55029DE6-1563-4F07-9D39-FEE90A641FD3}" dt="2026-02-28T07:17:35.214" v="5421"/>
          <ac:spMkLst>
            <pc:docMk/>
            <pc:sldMk cId="2957785228" sldId="258"/>
            <ac:spMk id="3" creationId="{182E95DC-8D65-3224-C460-EA13CF4190ED}"/>
          </ac:spMkLst>
        </pc:spChg>
        <pc:spChg chg="add del mod">
          <ac:chgData name="justin fread" userId="35565ca3bf38d4f7" providerId="LiveId" clId="{55029DE6-1563-4F07-9D39-FEE90A641FD3}" dt="2026-02-28T07:19:08.408" v="5432" actId="21"/>
          <ac:spMkLst>
            <pc:docMk/>
            <pc:sldMk cId="2957785228" sldId="258"/>
            <ac:spMk id="4" creationId="{C15422CC-D66E-72F1-B85E-E6420737CD12}"/>
          </ac:spMkLst>
        </pc:spChg>
        <pc:spChg chg="add del">
          <ac:chgData name="justin fread" userId="35565ca3bf38d4f7" providerId="LiveId" clId="{55029DE6-1563-4F07-9D39-FEE90A641FD3}" dt="2026-02-28T07:17:18.591" v="5418" actId="21"/>
          <ac:spMkLst>
            <pc:docMk/>
            <pc:sldMk cId="2957785228" sldId="258"/>
            <ac:spMk id="5" creationId="{7E5E9C44-9BCE-8ADD-4773-5785440EAAFA}"/>
          </ac:spMkLst>
        </pc:spChg>
        <pc:spChg chg="add del mod">
          <ac:chgData name="justin fread" userId="35565ca3bf38d4f7" providerId="LiveId" clId="{55029DE6-1563-4F07-9D39-FEE90A641FD3}" dt="2026-02-28T07:17:13.789" v="5417" actId="21"/>
          <ac:spMkLst>
            <pc:docMk/>
            <pc:sldMk cId="2957785228" sldId="258"/>
            <ac:spMk id="6" creationId="{12EE8733-2911-0D3A-196D-4430B9B0B0D9}"/>
          </ac:spMkLst>
        </pc:spChg>
        <pc:spChg chg="add mod">
          <ac:chgData name="justin fread" userId="35565ca3bf38d4f7" providerId="LiveId" clId="{55029DE6-1563-4F07-9D39-FEE90A641FD3}" dt="2026-02-28T07:17:27.248" v="5419"/>
          <ac:spMkLst>
            <pc:docMk/>
            <pc:sldMk cId="2957785228" sldId="258"/>
            <ac:spMk id="7" creationId="{7E5E9C44-9BCE-8ADD-4773-5785440EAAFA}"/>
          </ac:spMkLst>
        </pc:spChg>
        <pc:spChg chg="add mod">
          <ac:chgData name="justin fread" userId="35565ca3bf38d4f7" providerId="LiveId" clId="{55029DE6-1563-4F07-9D39-FEE90A641FD3}" dt="2026-02-28T07:21:06.670" v="5441" actId="1076"/>
          <ac:spMkLst>
            <pc:docMk/>
            <pc:sldMk cId="2957785228" sldId="258"/>
            <ac:spMk id="8" creationId="{D847D859-79E2-9D8E-E79D-F608D362004B}"/>
          </ac:spMkLst>
        </pc:spChg>
      </pc:sldChg>
      <pc:sldChg chg="addSp delSp modSp new mod">
        <pc:chgData name="justin fread" userId="35565ca3bf38d4f7" providerId="LiveId" clId="{55029DE6-1563-4F07-9D39-FEE90A641FD3}" dt="2026-02-28T07:28:44.300" v="5648" actId="20577"/>
        <pc:sldMkLst>
          <pc:docMk/>
          <pc:sldMk cId="3724052996" sldId="259"/>
        </pc:sldMkLst>
        <pc:spChg chg="mod">
          <ac:chgData name="justin fread" userId="35565ca3bf38d4f7" providerId="LiveId" clId="{55029DE6-1563-4F07-9D39-FEE90A641FD3}" dt="2026-02-28T04:46:45.443" v="702" actId="20577"/>
          <ac:spMkLst>
            <pc:docMk/>
            <pc:sldMk cId="3724052996" sldId="259"/>
            <ac:spMk id="2" creationId="{45EEF7ED-2E17-A394-14A9-C1CF7D4D3ACE}"/>
          </ac:spMkLst>
        </pc:spChg>
        <pc:spChg chg="mod">
          <ac:chgData name="justin fread" userId="35565ca3bf38d4f7" providerId="LiveId" clId="{55029DE6-1563-4F07-9D39-FEE90A641FD3}" dt="2026-02-28T07:28:44.300" v="5648" actId="20577"/>
          <ac:spMkLst>
            <pc:docMk/>
            <pc:sldMk cId="3724052996" sldId="259"/>
            <ac:spMk id="3" creationId="{8AF7D69F-D803-E98B-A27D-ECC8918275F4}"/>
          </ac:spMkLst>
        </pc:spChg>
        <pc:spChg chg="add del mod">
          <ac:chgData name="justin fread" userId="35565ca3bf38d4f7" providerId="LiveId" clId="{55029DE6-1563-4F07-9D39-FEE90A641FD3}" dt="2026-02-28T07:21:23.658" v="5442" actId="21"/>
          <ac:spMkLst>
            <pc:docMk/>
            <pc:sldMk cId="3724052996" sldId="259"/>
            <ac:spMk id="4" creationId="{BB9C7E90-F256-9532-839B-A0975C173FB6}"/>
          </ac:spMkLst>
        </pc:spChg>
        <pc:spChg chg="add del mod">
          <ac:chgData name="justin fread" userId="35565ca3bf38d4f7" providerId="LiveId" clId="{55029DE6-1563-4F07-9D39-FEE90A641FD3}" dt="2026-02-28T07:21:03.637" v="5439" actId="21"/>
          <ac:spMkLst>
            <pc:docMk/>
            <pc:sldMk cId="3724052996" sldId="259"/>
            <ac:spMk id="5" creationId="{BB9C7E90-F256-9532-839B-A0975C173FB6}"/>
          </ac:spMkLst>
        </pc:spChg>
        <pc:spChg chg="add mod">
          <ac:chgData name="justin fread" userId="35565ca3bf38d4f7" providerId="LiveId" clId="{55029DE6-1563-4F07-9D39-FEE90A641FD3}" dt="2026-02-28T07:20:58.746" v="5438"/>
          <ac:spMkLst>
            <pc:docMk/>
            <pc:sldMk cId="3724052996" sldId="259"/>
            <ac:spMk id="6" creationId="{BB9C7E90-F256-9532-839B-A0975C173FB6}"/>
          </ac:spMkLst>
        </pc:spChg>
        <pc:spChg chg="add del mod">
          <ac:chgData name="justin fread" userId="35565ca3bf38d4f7" providerId="LiveId" clId="{55029DE6-1563-4F07-9D39-FEE90A641FD3}" dt="2026-02-28T07:21:59.961" v="5446" actId="21"/>
          <ac:spMkLst>
            <pc:docMk/>
            <pc:sldMk cId="3724052996" sldId="259"/>
            <ac:spMk id="7" creationId="{BB9C7E90-F256-9532-839B-A0975C173FB6}"/>
          </ac:spMkLst>
        </pc:spChg>
      </pc:sldChg>
      <pc:sldChg chg="delSp modSp new mod setBg">
        <pc:chgData name="justin fread" userId="35565ca3bf38d4f7" providerId="LiveId" clId="{55029DE6-1563-4F07-9D39-FEE90A641FD3}" dt="2026-02-28T07:39:29.301" v="5780" actId="255"/>
        <pc:sldMkLst>
          <pc:docMk/>
          <pc:sldMk cId="846437077" sldId="260"/>
        </pc:sldMkLst>
        <pc:spChg chg="del mod">
          <ac:chgData name="justin fread" userId="35565ca3bf38d4f7" providerId="LiveId" clId="{55029DE6-1563-4F07-9D39-FEE90A641FD3}" dt="2026-02-28T05:07:49.848" v="1075" actId="21"/>
          <ac:spMkLst>
            <pc:docMk/>
            <pc:sldMk cId="846437077" sldId="260"/>
            <ac:spMk id="2" creationId="{2CAEEAC4-1982-23C0-2B60-172D4B34F09A}"/>
          </ac:spMkLst>
        </pc:spChg>
        <pc:spChg chg="mod">
          <ac:chgData name="justin fread" userId="35565ca3bf38d4f7" providerId="LiveId" clId="{55029DE6-1563-4F07-9D39-FEE90A641FD3}" dt="2026-02-28T07:39:29.301" v="5780" actId="255"/>
          <ac:spMkLst>
            <pc:docMk/>
            <pc:sldMk cId="846437077" sldId="260"/>
            <ac:spMk id="3" creationId="{174F59E5-0957-22C2-983B-5CA42B5F9062}"/>
          </ac:spMkLst>
        </pc:spChg>
      </pc:sldChg>
      <pc:sldChg chg="delSp modSp new mod">
        <pc:chgData name="justin fread" userId="35565ca3bf38d4f7" providerId="LiveId" clId="{55029DE6-1563-4F07-9D39-FEE90A641FD3}" dt="2026-02-28T05:47:06.247" v="2472" actId="20577"/>
        <pc:sldMkLst>
          <pc:docMk/>
          <pc:sldMk cId="1207819209" sldId="261"/>
        </pc:sldMkLst>
        <pc:spChg chg="del">
          <ac:chgData name="justin fread" userId="35565ca3bf38d4f7" providerId="LiveId" clId="{55029DE6-1563-4F07-9D39-FEE90A641FD3}" dt="2026-02-28T05:26:42.454" v="1729" actId="21"/>
          <ac:spMkLst>
            <pc:docMk/>
            <pc:sldMk cId="1207819209" sldId="261"/>
            <ac:spMk id="2" creationId="{AC44F092-FBBA-F38B-8999-A0FCD285F129}"/>
          </ac:spMkLst>
        </pc:spChg>
        <pc:spChg chg="mod">
          <ac:chgData name="justin fread" userId="35565ca3bf38d4f7" providerId="LiveId" clId="{55029DE6-1563-4F07-9D39-FEE90A641FD3}" dt="2026-02-28T05:47:06.247" v="2472" actId="20577"/>
          <ac:spMkLst>
            <pc:docMk/>
            <pc:sldMk cId="1207819209" sldId="261"/>
            <ac:spMk id="3" creationId="{2C6D6590-BA84-9DAB-141C-71B4B527894D}"/>
          </ac:spMkLst>
        </pc:spChg>
      </pc:sldChg>
      <pc:sldChg chg="modSp new mod">
        <pc:chgData name="justin fread" userId="35565ca3bf38d4f7" providerId="LiveId" clId="{55029DE6-1563-4F07-9D39-FEE90A641FD3}" dt="2026-02-28T07:44:07.092" v="5948" actId="20577"/>
        <pc:sldMkLst>
          <pc:docMk/>
          <pc:sldMk cId="1846155002" sldId="262"/>
        </pc:sldMkLst>
        <pc:spChg chg="mod">
          <ac:chgData name="justin fread" userId="35565ca3bf38d4f7" providerId="LiveId" clId="{55029DE6-1563-4F07-9D39-FEE90A641FD3}" dt="2026-02-28T05:47:58.968" v="2492" actId="20577"/>
          <ac:spMkLst>
            <pc:docMk/>
            <pc:sldMk cId="1846155002" sldId="262"/>
            <ac:spMk id="2" creationId="{DE89CBC7-C8B4-FDDF-7899-3B670FFEAB55}"/>
          </ac:spMkLst>
        </pc:spChg>
        <pc:spChg chg="mod">
          <ac:chgData name="justin fread" userId="35565ca3bf38d4f7" providerId="LiveId" clId="{55029DE6-1563-4F07-9D39-FEE90A641FD3}" dt="2026-02-28T07:44:07.092" v="5948" actId="20577"/>
          <ac:spMkLst>
            <pc:docMk/>
            <pc:sldMk cId="1846155002" sldId="262"/>
            <ac:spMk id="3" creationId="{F109F0E0-AAAA-973A-AB32-D09034329460}"/>
          </ac:spMkLst>
        </pc:spChg>
      </pc:sldChg>
      <pc:sldChg chg="modSp new mod">
        <pc:chgData name="justin fread" userId="35565ca3bf38d4f7" providerId="LiveId" clId="{55029DE6-1563-4F07-9D39-FEE90A641FD3}" dt="2026-02-28T06:32:47.397" v="4573" actId="27636"/>
        <pc:sldMkLst>
          <pc:docMk/>
          <pc:sldMk cId="1525785460" sldId="263"/>
        </pc:sldMkLst>
        <pc:spChg chg="mod">
          <ac:chgData name="justin fread" userId="35565ca3bf38d4f7" providerId="LiveId" clId="{55029DE6-1563-4F07-9D39-FEE90A641FD3}" dt="2026-02-28T06:24:03.707" v="4292" actId="27636"/>
          <ac:spMkLst>
            <pc:docMk/>
            <pc:sldMk cId="1525785460" sldId="263"/>
            <ac:spMk id="2" creationId="{B75805CF-D467-57A4-6BF2-F2AF7F1E307B}"/>
          </ac:spMkLst>
        </pc:spChg>
        <pc:spChg chg="mod">
          <ac:chgData name="justin fread" userId="35565ca3bf38d4f7" providerId="LiveId" clId="{55029DE6-1563-4F07-9D39-FEE90A641FD3}" dt="2026-02-28T06:32:47.397" v="4573" actId="27636"/>
          <ac:spMkLst>
            <pc:docMk/>
            <pc:sldMk cId="1525785460" sldId="263"/>
            <ac:spMk id="3" creationId="{B3DC4752-161C-34E3-B0A7-A5EF63C91734}"/>
          </ac:spMkLst>
        </pc:spChg>
      </pc:sldChg>
      <pc:sldChg chg="modSp new mod">
        <pc:chgData name="justin fread" userId="35565ca3bf38d4f7" providerId="LiveId" clId="{55029DE6-1563-4F07-9D39-FEE90A641FD3}" dt="2026-02-28T07:45:54.178" v="6044" actId="20577"/>
        <pc:sldMkLst>
          <pc:docMk/>
          <pc:sldMk cId="471398665" sldId="264"/>
        </pc:sldMkLst>
        <pc:spChg chg="mod">
          <ac:chgData name="justin fread" userId="35565ca3bf38d4f7" providerId="LiveId" clId="{55029DE6-1563-4F07-9D39-FEE90A641FD3}" dt="2026-02-28T06:33:44.606" v="4584" actId="20577"/>
          <ac:spMkLst>
            <pc:docMk/>
            <pc:sldMk cId="471398665" sldId="264"/>
            <ac:spMk id="2" creationId="{E677A1B9-33DB-262A-C54D-31C6B511B49E}"/>
          </ac:spMkLst>
        </pc:spChg>
        <pc:spChg chg="mod">
          <ac:chgData name="justin fread" userId="35565ca3bf38d4f7" providerId="LiveId" clId="{55029DE6-1563-4F07-9D39-FEE90A641FD3}" dt="2026-02-28T07:45:54.178" v="6044" actId="20577"/>
          <ac:spMkLst>
            <pc:docMk/>
            <pc:sldMk cId="471398665" sldId="264"/>
            <ac:spMk id="3" creationId="{508A66E4-2AF9-9E84-1D11-1BD1EA68A798}"/>
          </ac:spMkLst>
        </pc:spChg>
      </pc:sldChg>
      <pc:sldChg chg="addSp delSp modSp new mod">
        <pc:chgData name="justin fread" userId="35565ca3bf38d4f7" providerId="LiveId" clId="{55029DE6-1563-4F07-9D39-FEE90A641FD3}" dt="2026-02-28T06:59:05.070" v="5413" actId="255"/>
        <pc:sldMkLst>
          <pc:docMk/>
          <pc:sldMk cId="179229106" sldId="265"/>
        </pc:sldMkLst>
        <pc:spChg chg="del">
          <ac:chgData name="justin fread" userId="35565ca3bf38d4f7" providerId="LiveId" clId="{55029DE6-1563-4F07-9D39-FEE90A641FD3}" dt="2026-02-28T06:43:53.263" v="4888" actId="21"/>
          <ac:spMkLst>
            <pc:docMk/>
            <pc:sldMk cId="179229106" sldId="265"/>
            <ac:spMk id="2" creationId="{B9A6ED88-2B6D-6C40-70EF-F6689946B285}"/>
          </ac:spMkLst>
        </pc:spChg>
        <pc:spChg chg="mod">
          <ac:chgData name="justin fread" userId="35565ca3bf38d4f7" providerId="LiveId" clId="{55029DE6-1563-4F07-9D39-FEE90A641FD3}" dt="2026-02-28T06:57:25.760" v="5372" actId="14100"/>
          <ac:spMkLst>
            <pc:docMk/>
            <pc:sldMk cId="179229106" sldId="265"/>
            <ac:spMk id="3" creationId="{2EC7098E-A4FB-5DF2-FDC7-CE1F74E864B9}"/>
          </ac:spMkLst>
        </pc:spChg>
        <pc:spChg chg="add mod">
          <ac:chgData name="justin fread" userId="35565ca3bf38d4f7" providerId="LiveId" clId="{55029DE6-1563-4F07-9D39-FEE90A641FD3}" dt="2026-02-28T06:59:05.070" v="5413" actId="255"/>
          <ac:spMkLst>
            <pc:docMk/>
            <pc:sldMk cId="179229106" sldId="265"/>
            <ac:spMk id="4" creationId="{6C7E2C18-6E17-1DAB-CF77-DE61D5F37A5F}"/>
          </ac:spMkLst>
        </pc:spChg>
      </pc:sldChg>
      <pc:sldChg chg="modSp new mod ord">
        <pc:chgData name="justin fread" userId="35565ca3bf38d4f7" providerId="LiveId" clId="{55029DE6-1563-4F07-9D39-FEE90A641FD3}" dt="2026-02-28T16:02:15.183" v="7312" actId="20577"/>
        <pc:sldMkLst>
          <pc:docMk/>
          <pc:sldMk cId="2301656891" sldId="266"/>
        </pc:sldMkLst>
        <pc:spChg chg="mod">
          <ac:chgData name="justin fread" userId="35565ca3bf38d4f7" providerId="LiveId" clId="{55029DE6-1563-4F07-9D39-FEE90A641FD3}" dt="2026-02-28T15:53:46.847" v="7249" actId="20577"/>
          <ac:spMkLst>
            <pc:docMk/>
            <pc:sldMk cId="2301656891" sldId="266"/>
            <ac:spMk id="2" creationId="{07FF0E22-7853-E22A-38FE-C0F8754E1955}"/>
          </ac:spMkLst>
        </pc:spChg>
        <pc:spChg chg="mod">
          <ac:chgData name="justin fread" userId="35565ca3bf38d4f7" providerId="LiveId" clId="{55029DE6-1563-4F07-9D39-FEE90A641FD3}" dt="2026-02-28T16:02:15.183" v="7312" actId="20577"/>
          <ac:spMkLst>
            <pc:docMk/>
            <pc:sldMk cId="2301656891" sldId="266"/>
            <ac:spMk id="3" creationId="{95F3D142-3D3E-D7CA-63D7-BC2A466E6D1F}"/>
          </ac:spMkLst>
        </pc:spChg>
      </pc:sldChg>
      <pc:sldChg chg="addSp delSp modSp new mod">
        <pc:chgData name="justin fread" userId="35565ca3bf38d4f7" providerId="LiveId" clId="{55029DE6-1563-4F07-9D39-FEE90A641FD3}" dt="2026-02-28T16:37:18.740" v="8077" actId="20577"/>
        <pc:sldMkLst>
          <pc:docMk/>
          <pc:sldMk cId="769394946" sldId="267"/>
        </pc:sldMkLst>
        <pc:spChg chg="del mod">
          <ac:chgData name="justin fread" userId="35565ca3bf38d4f7" providerId="LiveId" clId="{55029DE6-1563-4F07-9D39-FEE90A641FD3}" dt="2026-02-28T16:07:32.276" v="7313" actId="21"/>
          <ac:spMkLst>
            <pc:docMk/>
            <pc:sldMk cId="769394946" sldId="267"/>
            <ac:spMk id="2" creationId="{ABC0AB1D-EF7E-B507-A381-032E7DA1B4DD}"/>
          </ac:spMkLst>
        </pc:spChg>
        <pc:spChg chg="mod">
          <ac:chgData name="justin fread" userId="35565ca3bf38d4f7" providerId="LiveId" clId="{55029DE6-1563-4F07-9D39-FEE90A641FD3}" dt="2026-02-28T16:37:18.740" v="8077" actId="20577"/>
          <ac:spMkLst>
            <pc:docMk/>
            <pc:sldMk cId="769394946" sldId="267"/>
            <ac:spMk id="3" creationId="{C7EA3E3E-72A9-70B6-66BD-6A5925EAFB73}"/>
          </ac:spMkLst>
        </pc:spChg>
        <pc:spChg chg="add mod">
          <ac:chgData name="justin fread" userId="35565ca3bf38d4f7" providerId="LiveId" clId="{55029DE6-1563-4F07-9D39-FEE90A641FD3}" dt="2026-02-28T16:08:53.300" v="7343"/>
          <ac:spMkLst>
            <pc:docMk/>
            <pc:sldMk cId="769394946" sldId="267"/>
            <ac:spMk id="4" creationId="{ABC0AB1D-EF7E-B507-A381-032E7DA1B4DD}"/>
          </ac:spMkLst>
        </pc:spChg>
        <pc:spChg chg="add del mod">
          <ac:chgData name="justin fread" userId="35565ca3bf38d4f7" providerId="LiveId" clId="{55029DE6-1563-4F07-9D39-FEE90A641FD3}" dt="2026-02-28T16:12:15.200" v="7388" actId="21"/>
          <ac:spMkLst>
            <pc:docMk/>
            <pc:sldMk cId="769394946" sldId="267"/>
            <ac:spMk id="5" creationId="{7EA95D47-AED3-308B-9609-216593DE3048}"/>
          </ac:spMkLst>
        </pc:spChg>
      </pc:sldChg>
      <pc:sldMasterChg chg="setBg modSldLayout">
        <pc:chgData name="justin fread" userId="35565ca3bf38d4f7" providerId="LiveId" clId="{55029DE6-1563-4F07-9D39-FEE90A641FD3}" dt="2026-02-28T05:10:10.127" v="1134"/>
        <pc:sldMasterMkLst>
          <pc:docMk/>
          <pc:sldMasterMk cId="1630940347" sldId="2147483650"/>
        </pc:sldMasterMkLst>
        <pc:sldLayoutChg chg="setBg">
          <pc:chgData name="justin fread" userId="35565ca3bf38d4f7" providerId="LiveId" clId="{55029DE6-1563-4F07-9D39-FEE90A641FD3}" dt="2026-02-28T05:10:10.127" v="1134"/>
          <pc:sldLayoutMkLst>
            <pc:docMk/>
            <pc:sldMasterMk cId="1630940347" sldId="2147483650"/>
            <pc:sldLayoutMk cId="695243359" sldId="2147483651"/>
          </pc:sldLayoutMkLst>
        </pc:sldLayoutChg>
        <pc:sldLayoutChg chg="setBg">
          <pc:chgData name="justin fread" userId="35565ca3bf38d4f7" providerId="LiveId" clId="{55029DE6-1563-4F07-9D39-FEE90A641FD3}" dt="2026-02-28T05:10:10.127" v="1134"/>
          <pc:sldLayoutMkLst>
            <pc:docMk/>
            <pc:sldMasterMk cId="1630940347" sldId="2147483650"/>
            <pc:sldLayoutMk cId="785777140" sldId="2147483652"/>
          </pc:sldLayoutMkLst>
        </pc:sldLayoutChg>
        <pc:sldLayoutChg chg="setBg">
          <pc:chgData name="justin fread" userId="35565ca3bf38d4f7" providerId="LiveId" clId="{55029DE6-1563-4F07-9D39-FEE90A641FD3}" dt="2026-02-28T05:10:10.127" v="1134"/>
          <pc:sldLayoutMkLst>
            <pc:docMk/>
            <pc:sldMasterMk cId="1630940347" sldId="2147483650"/>
            <pc:sldLayoutMk cId="3554717877" sldId="2147483653"/>
          </pc:sldLayoutMkLst>
        </pc:sldLayoutChg>
        <pc:sldLayoutChg chg="setBg">
          <pc:chgData name="justin fread" userId="35565ca3bf38d4f7" providerId="LiveId" clId="{55029DE6-1563-4F07-9D39-FEE90A641FD3}" dt="2026-02-28T05:10:10.127" v="1134"/>
          <pc:sldLayoutMkLst>
            <pc:docMk/>
            <pc:sldMasterMk cId="1630940347" sldId="2147483650"/>
            <pc:sldLayoutMk cId="3579231999" sldId="2147483654"/>
          </pc:sldLayoutMkLst>
        </pc:sldLayoutChg>
        <pc:sldLayoutChg chg="setBg">
          <pc:chgData name="justin fread" userId="35565ca3bf38d4f7" providerId="LiveId" clId="{55029DE6-1563-4F07-9D39-FEE90A641FD3}" dt="2026-02-28T05:10:10.127" v="1134"/>
          <pc:sldLayoutMkLst>
            <pc:docMk/>
            <pc:sldMasterMk cId="1630940347" sldId="2147483650"/>
            <pc:sldLayoutMk cId="2297394432" sldId="2147483655"/>
          </pc:sldLayoutMkLst>
        </pc:sldLayoutChg>
        <pc:sldLayoutChg chg="setBg">
          <pc:chgData name="justin fread" userId="35565ca3bf38d4f7" providerId="LiveId" clId="{55029DE6-1563-4F07-9D39-FEE90A641FD3}" dt="2026-02-28T05:10:10.127" v="1134"/>
          <pc:sldLayoutMkLst>
            <pc:docMk/>
            <pc:sldMasterMk cId="1630940347" sldId="2147483650"/>
            <pc:sldLayoutMk cId="1540027627" sldId="2147483656"/>
          </pc:sldLayoutMkLst>
        </pc:sldLayoutChg>
        <pc:sldLayoutChg chg="setBg">
          <pc:chgData name="justin fread" userId="35565ca3bf38d4f7" providerId="LiveId" clId="{55029DE6-1563-4F07-9D39-FEE90A641FD3}" dt="2026-02-28T05:10:10.127" v="1134"/>
          <pc:sldLayoutMkLst>
            <pc:docMk/>
            <pc:sldMasterMk cId="1630940347" sldId="2147483650"/>
            <pc:sldLayoutMk cId="2521481441" sldId="2147483657"/>
          </pc:sldLayoutMkLst>
        </pc:sldLayoutChg>
        <pc:sldLayoutChg chg="setBg">
          <pc:chgData name="justin fread" userId="35565ca3bf38d4f7" providerId="LiveId" clId="{55029DE6-1563-4F07-9D39-FEE90A641FD3}" dt="2026-02-28T05:10:10.127" v="1134"/>
          <pc:sldLayoutMkLst>
            <pc:docMk/>
            <pc:sldMasterMk cId="1630940347" sldId="2147483650"/>
            <pc:sldLayoutMk cId="2039627881" sldId="2147483658"/>
          </pc:sldLayoutMkLst>
        </pc:sldLayoutChg>
        <pc:sldLayoutChg chg="setBg">
          <pc:chgData name="justin fread" userId="35565ca3bf38d4f7" providerId="LiveId" clId="{55029DE6-1563-4F07-9D39-FEE90A641FD3}" dt="2026-02-28T05:10:10.127" v="1134"/>
          <pc:sldLayoutMkLst>
            <pc:docMk/>
            <pc:sldMasterMk cId="1630940347" sldId="2147483650"/>
            <pc:sldLayoutMk cId="446675421" sldId="2147483659"/>
          </pc:sldLayoutMkLst>
        </pc:sldLayoutChg>
        <pc:sldLayoutChg chg="setBg">
          <pc:chgData name="justin fread" userId="35565ca3bf38d4f7" providerId="LiveId" clId="{55029DE6-1563-4F07-9D39-FEE90A641FD3}" dt="2026-02-28T05:10:10.127" v="1134"/>
          <pc:sldLayoutMkLst>
            <pc:docMk/>
            <pc:sldMasterMk cId="1630940347" sldId="2147483650"/>
            <pc:sldLayoutMk cId="853149465" sldId="2147483660"/>
          </pc:sldLayoutMkLst>
        </pc:sldLayoutChg>
        <pc:sldLayoutChg chg="setBg">
          <pc:chgData name="justin fread" userId="35565ca3bf38d4f7" providerId="LiveId" clId="{55029DE6-1563-4F07-9D39-FEE90A641FD3}" dt="2026-02-28T05:10:10.127" v="1134"/>
          <pc:sldLayoutMkLst>
            <pc:docMk/>
            <pc:sldMasterMk cId="1630940347" sldId="2147483650"/>
            <pc:sldLayoutMk cId="1301450931" sldId="2147483661"/>
          </pc:sldLayoutMkLst>
        </pc:sldLayoutChg>
        <pc:sldLayoutChg chg="setBg">
          <pc:chgData name="justin fread" userId="35565ca3bf38d4f7" providerId="LiveId" clId="{55029DE6-1563-4F07-9D39-FEE90A641FD3}" dt="2026-02-28T05:10:10.127" v="1134"/>
          <pc:sldLayoutMkLst>
            <pc:docMk/>
            <pc:sldMasterMk cId="1630940347" sldId="2147483650"/>
            <pc:sldLayoutMk cId="3022691018" sldId="2147483662"/>
          </pc:sldLayoutMkLst>
        </pc:sldLayoutChg>
        <pc:sldLayoutChg chg="setBg">
          <pc:chgData name="justin fread" userId="35565ca3bf38d4f7" providerId="LiveId" clId="{55029DE6-1563-4F07-9D39-FEE90A641FD3}" dt="2026-02-28T05:10:10.127" v="1134"/>
          <pc:sldLayoutMkLst>
            <pc:docMk/>
            <pc:sldMasterMk cId="1630940347" sldId="2147483650"/>
            <pc:sldLayoutMk cId="2460510956" sldId="2147483663"/>
          </pc:sldLayoutMkLst>
        </pc:sldLayoutChg>
        <pc:sldLayoutChg chg="setBg">
          <pc:chgData name="justin fread" userId="35565ca3bf38d4f7" providerId="LiveId" clId="{55029DE6-1563-4F07-9D39-FEE90A641FD3}" dt="2026-02-28T05:10:10.127" v="1134"/>
          <pc:sldLayoutMkLst>
            <pc:docMk/>
            <pc:sldMasterMk cId="1630940347" sldId="2147483650"/>
            <pc:sldLayoutMk cId="3913480776" sldId="2147483664"/>
          </pc:sldLayoutMkLst>
        </pc:sldLayoutChg>
        <pc:sldLayoutChg chg="setBg">
          <pc:chgData name="justin fread" userId="35565ca3bf38d4f7" providerId="LiveId" clId="{55029DE6-1563-4F07-9D39-FEE90A641FD3}" dt="2026-02-28T05:10:10.127" v="1134"/>
          <pc:sldLayoutMkLst>
            <pc:docMk/>
            <pc:sldMasterMk cId="1630940347" sldId="2147483650"/>
            <pc:sldLayoutMk cId="2468350473" sldId="2147483665"/>
          </pc:sldLayoutMkLst>
        </pc:sldLayoutChg>
        <pc:sldLayoutChg chg="setBg">
          <pc:chgData name="justin fread" userId="35565ca3bf38d4f7" providerId="LiveId" clId="{55029DE6-1563-4F07-9D39-FEE90A641FD3}" dt="2026-02-28T05:10:10.127" v="1134"/>
          <pc:sldLayoutMkLst>
            <pc:docMk/>
            <pc:sldMasterMk cId="1630940347" sldId="2147483650"/>
            <pc:sldLayoutMk cId="901621043" sldId="2147483666"/>
          </pc:sldLayoutMkLst>
        </pc:sldLayoutChg>
        <pc:sldLayoutChg chg="setBg">
          <pc:chgData name="justin fread" userId="35565ca3bf38d4f7" providerId="LiveId" clId="{55029DE6-1563-4F07-9D39-FEE90A641FD3}" dt="2026-02-28T05:10:10.127" v="1134"/>
          <pc:sldLayoutMkLst>
            <pc:docMk/>
            <pc:sldMasterMk cId="1630940347" sldId="2147483650"/>
            <pc:sldLayoutMk cId="1405064039" sldId="2147483667"/>
          </pc:sldLayoutMkLst>
        </pc:sldLayoutChg>
        <pc:sldLayoutChg chg="setBg">
          <pc:chgData name="justin fread" userId="35565ca3bf38d4f7" providerId="LiveId" clId="{55029DE6-1563-4F07-9D39-FEE90A641FD3}" dt="2026-02-28T05:10:10.127" v="1134"/>
          <pc:sldLayoutMkLst>
            <pc:docMk/>
            <pc:sldMasterMk cId="1630940347" sldId="2147483650"/>
            <pc:sldLayoutMk cId="1806475414" sldId="2147483668"/>
          </pc:sldLayoutMkLst>
        </pc:sldLayoutChg>
        <pc:sldLayoutChg chg="setBg">
          <pc:chgData name="justin fread" userId="35565ca3bf38d4f7" providerId="LiveId" clId="{55029DE6-1563-4F07-9D39-FEE90A641FD3}" dt="2026-02-28T05:10:10.127" v="1134"/>
          <pc:sldLayoutMkLst>
            <pc:docMk/>
            <pc:sldMasterMk cId="1630940347" sldId="2147483650"/>
            <pc:sldLayoutMk cId="2238525909" sldId="2147483669"/>
          </pc:sldLayoutMkLst>
        </pc:sldLayoutChg>
        <pc:sldLayoutChg chg="setBg">
          <pc:chgData name="justin fread" userId="35565ca3bf38d4f7" providerId="LiveId" clId="{55029DE6-1563-4F07-9D39-FEE90A641FD3}" dt="2026-02-28T05:10:10.127" v="1134"/>
          <pc:sldLayoutMkLst>
            <pc:docMk/>
            <pc:sldMasterMk cId="1630940347" sldId="2147483650"/>
            <pc:sldLayoutMk cId="650173661" sldId="2147483670"/>
          </pc:sldLayoutMkLst>
        </pc:sldLayoutChg>
        <pc:sldLayoutChg chg="setBg">
          <pc:chgData name="justin fread" userId="35565ca3bf38d4f7" providerId="LiveId" clId="{55029DE6-1563-4F07-9D39-FEE90A641FD3}" dt="2026-02-28T05:10:10.127" v="1134"/>
          <pc:sldLayoutMkLst>
            <pc:docMk/>
            <pc:sldMasterMk cId="1630940347" sldId="2147483650"/>
            <pc:sldLayoutMk cId="2105985924" sldId="2147483671"/>
          </pc:sldLayoutMkLst>
        </pc:sldLayoutChg>
        <pc:sldLayoutChg chg="setBg">
          <pc:chgData name="justin fread" userId="35565ca3bf38d4f7" providerId="LiveId" clId="{55029DE6-1563-4F07-9D39-FEE90A641FD3}" dt="2026-02-28T05:10:10.127" v="1134"/>
          <pc:sldLayoutMkLst>
            <pc:docMk/>
            <pc:sldMasterMk cId="1630940347" sldId="2147483650"/>
            <pc:sldLayoutMk cId="536490354" sldId="2147483672"/>
          </pc:sldLayoutMkLst>
        </pc:sldLayoutChg>
        <pc:sldLayoutChg chg="setBg">
          <pc:chgData name="justin fread" userId="35565ca3bf38d4f7" providerId="LiveId" clId="{55029DE6-1563-4F07-9D39-FEE90A641FD3}" dt="2026-02-28T05:10:10.127" v="1134"/>
          <pc:sldLayoutMkLst>
            <pc:docMk/>
            <pc:sldMasterMk cId="1630940347" sldId="2147483650"/>
            <pc:sldLayoutMk cId="2853820765" sldId="2147483673"/>
          </pc:sldLayoutMkLst>
        </pc:sldLayoutChg>
        <pc:sldLayoutChg chg="setBg">
          <pc:chgData name="justin fread" userId="35565ca3bf38d4f7" providerId="LiveId" clId="{55029DE6-1563-4F07-9D39-FEE90A641FD3}" dt="2026-02-28T05:10:10.127" v="1134"/>
          <pc:sldLayoutMkLst>
            <pc:docMk/>
            <pc:sldMasterMk cId="1630940347" sldId="2147483650"/>
            <pc:sldLayoutMk cId="2251380718" sldId="2147483674"/>
          </pc:sldLayoutMkLst>
        </pc:sldLayoutChg>
        <pc:sldLayoutChg chg="setBg">
          <pc:chgData name="justin fread" userId="35565ca3bf38d4f7" providerId="LiveId" clId="{55029DE6-1563-4F07-9D39-FEE90A641FD3}" dt="2026-02-28T05:10:10.127" v="1134"/>
          <pc:sldLayoutMkLst>
            <pc:docMk/>
            <pc:sldMasterMk cId="1630940347" sldId="2147483650"/>
            <pc:sldLayoutMk cId="3471104069" sldId="2147483675"/>
          </pc:sldLayoutMkLst>
        </pc:sldLayoutChg>
        <pc:sldLayoutChg chg="setBg">
          <pc:chgData name="justin fread" userId="35565ca3bf38d4f7" providerId="LiveId" clId="{55029DE6-1563-4F07-9D39-FEE90A641FD3}" dt="2026-02-28T05:10:10.127" v="1134"/>
          <pc:sldLayoutMkLst>
            <pc:docMk/>
            <pc:sldMasterMk cId="1630940347" sldId="2147483650"/>
            <pc:sldLayoutMk cId="3776030888" sldId="2147483676"/>
          </pc:sldLayoutMkLst>
        </pc:sldLayoutChg>
        <pc:sldLayoutChg chg="setBg">
          <pc:chgData name="justin fread" userId="35565ca3bf38d4f7" providerId="LiveId" clId="{55029DE6-1563-4F07-9D39-FEE90A641FD3}" dt="2026-02-28T05:10:10.127" v="1134"/>
          <pc:sldLayoutMkLst>
            <pc:docMk/>
            <pc:sldMasterMk cId="1630940347" sldId="2147483650"/>
            <pc:sldLayoutMk cId="258016637" sldId="2147483677"/>
          </pc:sldLayoutMkLst>
        </pc:sldLayoutChg>
        <pc:sldLayoutChg chg="setBg">
          <pc:chgData name="justin fread" userId="35565ca3bf38d4f7" providerId="LiveId" clId="{55029DE6-1563-4F07-9D39-FEE90A641FD3}" dt="2026-02-28T05:10:10.127" v="1134"/>
          <pc:sldLayoutMkLst>
            <pc:docMk/>
            <pc:sldMasterMk cId="1630940347" sldId="2147483650"/>
            <pc:sldLayoutMk cId="2436339439" sldId="2147483678"/>
          </pc:sldLayoutMkLst>
        </pc:sldLayoutChg>
        <pc:sldLayoutChg chg="setBg">
          <pc:chgData name="justin fread" userId="35565ca3bf38d4f7" providerId="LiveId" clId="{55029DE6-1563-4F07-9D39-FEE90A641FD3}" dt="2026-02-28T05:10:10.127" v="1134"/>
          <pc:sldLayoutMkLst>
            <pc:docMk/>
            <pc:sldMasterMk cId="1630940347" sldId="2147483650"/>
            <pc:sldLayoutMk cId="447583487" sldId="2147483679"/>
          </pc:sldLayoutMkLst>
        </pc:sldLayoutChg>
        <pc:sldLayoutChg chg="setBg">
          <pc:chgData name="justin fread" userId="35565ca3bf38d4f7" providerId="LiveId" clId="{55029DE6-1563-4F07-9D39-FEE90A641FD3}" dt="2026-02-28T05:10:10.127" v="1134"/>
          <pc:sldLayoutMkLst>
            <pc:docMk/>
            <pc:sldMasterMk cId="1630940347" sldId="2147483650"/>
            <pc:sldLayoutMk cId="219049163" sldId="2147483680"/>
          </pc:sldLayoutMkLst>
        </pc:sldLayoutChg>
        <pc:sldLayoutChg chg="setBg">
          <pc:chgData name="justin fread" userId="35565ca3bf38d4f7" providerId="LiveId" clId="{55029DE6-1563-4F07-9D39-FEE90A641FD3}" dt="2026-02-28T05:10:10.127" v="1134"/>
          <pc:sldLayoutMkLst>
            <pc:docMk/>
            <pc:sldMasterMk cId="1630940347" sldId="2147483650"/>
            <pc:sldLayoutMk cId="1668657960" sldId="2147483681"/>
          </pc:sldLayoutMkLst>
        </pc:sldLayoutChg>
        <pc:sldLayoutChg chg="setBg">
          <pc:chgData name="justin fread" userId="35565ca3bf38d4f7" providerId="LiveId" clId="{55029DE6-1563-4F07-9D39-FEE90A641FD3}" dt="2026-02-28T05:10:10.127" v="1134"/>
          <pc:sldLayoutMkLst>
            <pc:docMk/>
            <pc:sldMasterMk cId="1630940347" sldId="2147483650"/>
            <pc:sldLayoutMk cId="1968534179" sldId="2147483682"/>
          </pc:sldLayoutMkLst>
        </pc:sldLayoutChg>
        <pc:sldLayoutChg chg="setBg">
          <pc:chgData name="justin fread" userId="35565ca3bf38d4f7" providerId="LiveId" clId="{55029DE6-1563-4F07-9D39-FEE90A641FD3}" dt="2026-02-28T05:10:10.127" v="1134"/>
          <pc:sldLayoutMkLst>
            <pc:docMk/>
            <pc:sldMasterMk cId="1630940347" sldId="2147483650"/>
            <pc:sldLayoutMk cId="2947244279" sldId="2147483683"/>
          </pc:sldLayoutMkLst>
        </pc:sldLayoutChg>
        <pc:sldLayoutChg chg="setBg">
          <pc:chgData name="justin fread" userId="35565ca3bf38d4f7" providerId="LiveId" clId="{55029DE6-1563-4F07-9D39-FEE90A641FD3}" dt="2026-02-28T05:10:10.127" v="1134"/>
          <pc:sldLayoutMkLst>
            <pc:docMk/>
            <pc:sldMasterMk cId="1630940347" sldId="2147483650"/>
            <pc:sldLayoutMk cId="2800217028" sldId="2147483684"/>
          </pc:sldLayoutMkLst>
        </pc:sldLayoutChg>
        <pc:sldLayoutChg chg="setBg">
          <pc:chgData name="justin fread" userId="35565ca3bf38d4f7" providerId="LiveId" clId="{55029DE6-1563-4F07-9D39-FEE90A641FD3}" dt="2026-02-28T05:10:10.127" v="1134"/>
          <pc:sldLayoutMkLst>
            <pc:docMk/>
            <pc:sldMasterMk cId="1630940347" sldId="2147483650"/>
            <pc:sldLayoutMk cId="3431479129" sldId="2147483685"/>
          </pc:sldLayoutMkLst>
        </pc:sldLayoutChg>
        <pc:sldLayoutChg chg="setBg">
          <pc:chgData name="justin fread" userId="35565ca3bf38d4f7" providerId="LiveId" clId="{55029DE6-1563-4F07-9D39-FEE90A641FD3}" dt="2026-02-28T05:10:10.127" v="1134"/>
          <pc:sldLayoutMkLst>
            <pc:docMk/>
            <pc:sldMasterMk cId="1630940347" sldId="2147483650"/>
            <pc:sldLayoutMk cId="3808754261" sldId="2147483686"/>
          </pc:sldLayoutMkLst>
        </pc:sldLayoutChg>
        <pc:sldLayoutChg chg="setBg">
          <pc:chgData name="justin fread" userId="35565ca3bf38d4f7" providerId="LiveId" clId="{55029DE6-1563-4F07-9D39-FEE90A641FD3}" dt="2026-02-28T05:10:10.127" v="1134"/>
          <pc:sldLayoutMkLst>
            <pc:docMk/>
            <pc:sldMasterMk cId="1630940347" sldId="2147483650"/>
            <pc:sldLayoutMk cId="2729050685" sldId="2147483687"/>
          </pc:sldLayoutMkLst>
        </pc:sldLayoutChg>
        <pc:sldLayoutChg chg="setBg">
          <pc:chgData name="justin fread" userId="35565ca3bf38d4f7" providerId="LiveId" clId="{55029DE6-1563-4F07-9D39-FEE90A641FD3}" dt="2026-02-28T05:10:10.127" v="1134"/>
          <pc:sldLayoutMkLst>
            <pc:docMk/>
            <pc:sldMasterMk cId="1630940347" sldId="2147483650"/>
            <pc:sldLayoutMk cId="3538802213" sldId="2147483688"/>
          </pc:sldLayoutMkLst>
        </pc:sldLayoutChg>
        <pc:sldLayoutChg chg="setBg">
          <pc:chgData name="justin fread" userId="35565ca3bf38d4f7" providerId="LiveId" clId="{55029DE6-1563-4F07-9D39-FEE90A641FD3}" dt="2026-02-28T05:10:10.127" v="1134"/>
          <pc:sldLayoutMkLst>
            <pc:docMk/>
            <pc:sldMasterMk cId="1630940347" sldId="2147483650"/>
            <pc:sldLayoutMk cId="2941333127" sldId="2147483689"/>
          </pc:sldLayoutMkLst>
        </pc:sldLayoutChg>
        <pc:sldLayoutChg chg="setBg">
          <pc:chgData name="justin fread" userId="35565ca3bf38d4f7" providerId="LiveId" clId="{55029DE6-1563-4F07-9D39-FEE90A641FD3}" dt="2026-02-28T05:10:10.127" v="1134"/>
          <pc:sldLayoutMkLst>
            <pc:docMk/>
            <pc:sldMasterMk cId="1630940347" sldId="2147483650"/>
            <pc:sldLayoutMk cId="705255595" sldId="2147483690"/>
          </pc:sldLayoutMkLst>
        </pc:sldLayoutChg>
        <pc:sldLayoutChg chg="setBg">
          <pc:chgData name="justin fread" userId="35565ca3bf38d4f7" providerId="LiveId" clId="{55029DE6-1563-4F07-9D39-FEE90A641FD3}" dt="2026-02-28T05:10:10.127" v="1134"/>
          <pc:sldLayoutMkLst>
            <pc:docMk/>
            <pc:sldMasterMk cId="1630940347" sldId="2147483650"/>
            <pc:sldLayoutMk cId="3423207960" sldId="2147483691"/>
          </pc:sldLayoutMkLst>
        </pc:sldLayoutChg>
        <pc:sldLayoutChg chg="setBg">
          <pc:chgData name="justin fread" userId="35565ca3bf38d4f7" providerId="LiveId" clId="{55029DE6-1563-4F07-9D39-FEE90A641FD3}" dt="2026-02-28T05:10:10.127" v="1134"/>
          <pc:sldLayoutMkLst>
            <pc:docMk/>
            <pc:sldMasterMk cId="1630940347" sldId="2147483650"/>
            <pc:sldLayoutMk cId="380284455" sldId="2147483692"/>
          </pc:sldLayoutMkLst>
        </pc:sldLayoutChg>
        <pc:sldLayoutChg chg="setBg">
          <pc:chgData name="justin fread" userId="35565ca3bf38d4f7" providerId="LiveId" clId="{55029DE6-1563-4F07-9D39-FEE90A641FD3}" dt="2026-02-28T05:10:10.127" v="1134"/>
          <pc:sldLayoutMkLst>
            <pc:docMk/>
            <pc:sldMasterMk cId="1630940347" sldId="2147483650"/>
            <pc:sldLayoutMk cId="2110420546" sldId="2147483693"/>
          </pc:sldLayoutMkLst>
        </pc:sldLayoutChg>
        <pc:sldLayoutChg chg="setBg">
          <pc:chgData name="justin fread" userId="35565ca3bf38d4f7" providerId="LiveId" clId="{55029DE6-1563-4F07-9D39-FEE90A641FD3}" dt="2026-02-28T05:10:10.127" v="1134"/>
          <pc:sldLayoutMkLst>
            <pc:docMk/>
            <pc:sldMasterMk cId="1630940347" sldId="2147483650"/>
            <pc:sldLayoutMk cId="3392907218" sldId="2147483694"/>
          </pc:sldLayoutMkLst>
        </pc:sldLayoutChg>
        <pc:sldLayoutChg chg="setBg">
          <pc:chgData name="justin fread" userId="35565ca3bf38d4f7" providerId="LiveId" clId="{55029DE6-1563-4F07-9D39-FEE90A641FD3}" dt="2026-02-28T05:10:10.127" v="1134"/>
          <pc:sldLayoutMkLst>
            <pc:docMk/>
            <pc:sldMasterMk cId="1630940347" sldId="2147483650"/>
            <pc:sldLayoutMk cId="2177053126" sldId="2147483695"/>
          </pc:sldLayoutMkLst>
        </pc:sldLayoutChg>
        <pc:sldLayoutChg chg="setBg">
          <pc:chgData name="justin fread" userId="35565ca3bf38d4f7" providerId="LiveId" clId="{55029DE6-1563-4F07-9D39-FEE90A641FD3}" dt="2026-02-28T05:10:10.127" v="1134"/>
          <pc:sldLayoutMkLst>
            <pc:docMk/>
            <pc:sldMasterMk cId="1630940347" sldId="2147483650"/>
            <pc:sldLayoutMk cId="517173280" sldId="2147483696"/>
          </pc:sldLayoutMkLst>
        </pc:sldLayoutChg>
        <pc:sldLayoutChg chg="setBg">
          <pc:chgData name="justin fread" userId="35565ca3bf38d4f7" providerId="LiveId" clId="{55029DE6-1563-4F07-9D39-FEE90A641FD3}" dt="2026-02-28T05:10:10.127" v="1134"/>
          <pc:sldLayoutMkLst>
            <pc:docMk/>
            <pc:sldMasterMk cId="1630940347" sldId="2147483650"/>
            <pc:sldLayoutMk cId="587442552" sldId="2147483697"/>
          </pc:sldLayoutMkLst>
        </pc:sldLayoutChg>
        <pc:sldLayoutChg chg="setBg">
          <pc:chgData name="justin fread" userId="35565ca3bf38d4f7" providerId="LiveId" clId="{55029DE6-1563-4F07-9D39-FEE90A641FD3}" dt="2026-02-28T05:10:10.127" v="1134"/>
          <pc:sldLayoutMkLst>
            <pc:docMk/>
            <pc:sldMasterMk cId="1630940347" sldId="2147483650"/>
            <pc:sldLayoutMk cId="2413915171" sldId="2147483698"/>
          </pc:sldLayoutMkLst>
        </pc:sldLayoutChg>
        <pc:sldLayoutChg chg="setBg">
          <pc:chgData name="justin fread" userId="35565ca3bf38d4f7" providerId="LiveId" clId="{55029DE6-1563-4F07-9D39-FEE90A641FD3}" dt="2026-02-28T05:10:10.127" v="1134"/>
          <pc:sldLayoutMkLst>
            <pc:docMk/>
            <pc:sldMasterMk cId="1630940347" sldId="2147483650"/>
            <pc:sldLayoutMk cId="3356641513" sldId="2147483699"/>
          </pc:sldLayoutMkLst>
        </pc:sldLayoutChg>
        <pc:sldLayoutChg chg="setBg">
          <pc:chgData name="justin fread" userId="35565ca3bf38d4f7" providerId="LiveId" clId="{55029DE6-1563-4F07-9D39-FEE90A641FD3}" dt="2026-02-28T05:10:10.127" v="1134"/>
          <pc:sldLayoutMkLst>
            <pc:docMk/>
            <pc:sldMasterMk cId="1630940347" sldId="2147483650"/>
            <pc:sldLayoutMk cId="2624539437" sldId="2147483700"/>
          </pc:sldLayoutMkLst>
        </pc:sldLayoutChg>
        <pc:sldLayoutChg chg="setBg">
          <pc:chgData name="justin fread" userId="35565ca3bf38d4f7" providerId="LiveId" clId="{55029DE6-1563-4F07-9D39-FEE90A641FD3}" dt="2026-02-28T05:10:10.127" v="1134"/>
          <pc:sldLayoutMkLst>
            <pc:docMk/>
            <pc:sldMasterMk cId="1630940347" sldId="2147483650"/>
            <pc:sldLayoutMk cId="3197581116" sldId="2147483701"/>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B3F0DC-05AA-4352-A2E9-03BB974380C0}" type="datetimeFigureOut">
              <a:rPr lang="en-US" smtClean="0"/>
              <a:t>2/28/2026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8C7DBE-C40D-48B2-A2B6-2512E9034308}" type="slidenum">
              <a:rPr lang="en-US" smtClean="0"/>
              <a:t>‹#›</a:t>
            </a:fld>
            <a:endParaRPr lang="en-US"/>
          </a:p>
        </p:txBody>
      </p:sp>
    </p:spTree>
    <p:extLst>
      <p:ext uri="{BB962C8B-B14F-4D97-AF65-F5344CB8AC3E}">
        <p14:creationId xmlns:p14="http://schemas.microsoft.com/office/powerpoint/2010/main" val="26840801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5276088"/>
            <a:ext cx="11347704" cy="786384"/>
          </a:xfrm>
        </p:spPr>
        <p:txBody>
          <a:bodyPr vert="horz" lIns="91440" tIns="45720" rIns="91440" bIns="45720" rtlCol="0" anchor="b">
            <a:normAutofit/>
          </a:bodyPr>
          <a:lstStyle>
            <a:lvl1pPr>
              <a:defRPr lang="en-US" sz="44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980176"/>
            <a:ext cx="11347704" cy="530352"/>
          </a:xfrm>
        </p:spPr>
        <p:txBody>
          <a:bodyPr vert="horz" lIns="91440" tIns="45720" rIns="91440" bIns="45720" rtlCol="0">
            <a:normAutofit/>
          </a:bodyPr>
          <a:lstStyle>
            <a:lvl1pPr marL="0" indent="0">
              <a:buNone/>
              <a:defRPr lang="en-US" dirty="0">
                <a:solidFill>
                  <a:schemeClr val="tx2"/>
                </a:solidFill>
              </a:defRPr>
            </a:lvl1pPr>
          </a:lstStyle>
          <a:p>
            <a:pPr lvl="0"/>
            <a:r>
              <a:rPr lang="en-US" dirty="0"/>
              <a:t>Click to edit Master subtitle style</a:t>
            </a:r>
          </a:p>
        </p:txBody>
      </p:sp>
      <p:sp>
        <p:nvSpPr>
          <p:cNvPr id="8" name="Picture Placeholder 6">
            <a:extLst>
              <a:ext uri="{FF2B5EF4-FFF2-40B4-BE49-F238E27FC236}">
                <a16:creationId xmlns:a16="http://schemas.microsoft.com/office/drawing/2014/main" id="{F9A648C8-0436-6FAF-8B52-BA15EFB5F90C}"/>
              </a:ext>
            </a:extLst>
          </p:cNvPr>
          <p:cNvSpPr>
            <a:spLocks noGrp="1"/>
          </p:cNvSpPr>
          <p:nvPr>
            <p:ph type="pic" sz="quarter" idx="13" hasCustomPrompt="1"/>
          </p:nvPr>
        </p:nvSpPr>
        <p:spPr>
          <a:xfrm>
            <a:off x="342901" y="343038"/>
            <a:ext cx="11506200" cy="4792766"/>
          </a:xfrm>
          <a:custGeom>
            <a:avLst/>
            <a:gdLst>
              <a:gd name="connsiteX0" fmla="*/ 292023 w 11506200"/>
              <a:gd name="connsiteY0" fmla="*/ 0 h 4792766"/>
              <a:gd name="connsiteX1" fmla="*/ 11214177 w 11506200"/>
              <a:gd name="connsiteY1" fmla="*/ 0 h 4792766"/>
              <a:gd name="connsiteX2" fmla="*/ 11506200 w 11506200"/>
              <a:gd name="connsiteY2" fmla="*/ 292023 h 4792766"/>
              <a:gd name="connsiteX3" fmla="*/ 11506200 w 11506200"/>
              <a:gd name="connsiteY3" fmla="*/ 4500743 h 4792766"/>
              <a:gd name="connsiteX4" fmla="*/ 11214177 w 11506200"/>
              <a:gd name="connsiteY4" fmla="*/ 4792766 h 4792766"/>
              <a:gd name="connsiteX5" fmla="*/ 292023 w 11506200"/>
              <a:gd name="connsiteY5" fmla="*/ 4792766 h 4792766"/>
              <a:gd name="connsiteX6" fmla="*/ 0 w 11506200"/>
              <a:gd name="connsiteY6" fmla="*/ 4500743 h 4792766"/>
              <a:gd name="connsiteX7" fmla="*/ 0 w 11506200"/>
              <a:gd name="connsiteY7" fmla="*/ 292023 h 4792766"/>
              <a:gd name="connsiteX8" fmla="*/ 292023 w 11506200"/>
              <a:gd name="connsiteY8" fmla="*/ 0 h 479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6200" h="4792766">
                <a:moveTo>
                  <a:pt x="292023" y="0"/>
                </a:moveTo>
                <a:lnTo>
                  <a:pt x="11214177" y="0"/>
                </a:lnTo>
                <a:cubicBezTo>
                  <a:pt x="11375457" y="0"/>
                  <a:pt x="11506200" y="130743"/>
                  <a:pt x="11506200" y="292023"/>
                </a:cubicBezTo>
                <a:lnTo>
                  <a:pt x="11506200" y="4500743"/>
                </a:lnTo>
                <a:cubicBezTo>
                  <a:pt x="11506200" y="4662023"/>
                  <a:pt x="11375457" y="4792766"/>
                  <a:pt x="11214177" y="4792766"/>
                </a:cubicBezTo>
                <a:lnTo>
                  <a:pt x="292023" y="4792766"/>
                </a:lnTo>
                <a:cubicBezTo>
                  <a:pt x="130743" y="4792766"/>
                  <a:pt x="0" y="4662023"/>
                  <a:pt x="0" y="4500743"/>
                </a:cubicBezTo>
                <a:lnTo>
                  <a:pt x="0" y="292023"/>
                </a:lnTo>
                <a:cubicBezTo>
                  <a:pt x="0" y="130743"/>
                  <a:pt x="130743" y="0"/>
                  <a:pt x="292023"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37160" y="6519672"/>
            <a:ext cx="3494314" cy="365125"/>
          </a:xfrm>
        </p:spPr>
        <p:txBody>
          <a:bodyPr/>
          <a:lstStyle>
            <a:lvl1pPr>
              <a:defRPr>
                <a:solidFill>
                  <a:schemeClr val="tx2"/>
                </a:solidFill>
                <a:effectLst/>
              </a:defRPr>
            </a:lvl1pPr>
          </a:lstStyle>
          <a:p>
            <a:fld id="{6CD91AB5-8D64-469B-81DF-A26B406D2B54}"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876521" y="6519672"/>
            <a:ext cx="2805405" cy="365125"/>
          </a:xfrm>
        </p:spPr>
        <p:txBody>
          <a:bodyPr/>
          <a:lstStyle>
            <a:lvl1pPr>
              <a:defRPr>
                <a:solidFill>
                  <a:schemeClr val="tx2"/>
                </a:solidFill>
                <a:effectLst/>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519672"/>
            <a:ext cx="429207" cy="365125"/>
          </a:xfrm>
        </p:spPr>
        <p:txBody>
          <a:bodyPr/>
          <a:lstStyle>
            <a:lvl1pPr>
              <a:defRPr>
                <a:solidFill>
                  <a:schemeClr val="tx2"/>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695243359"/>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0796B54-ED46-4036-80F8-E8EFB102CB24}"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7857771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4590288" cy="3739896"/>
          </a:xfrm>
        </p:spPr>
        <p:txBody>
          <a:bodyPr vert="horz" lIns="91440" tIns="45720" rIns="91440" bIns="45720" rtlCol="0" anchor="t">
            <a:normAutofit/>
          </a:bodyPr>
          <a:lstStyle>
            <a:lvl1pPr>
              <a:defRPr lang="en-US" sz="52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206240" cy="1380744"/>
          </a:xfrm>
        </p:spPr>
        <p:txBody>
          <a:bodyPr vert="horz" lIns="91440" tIns="45720" rIns="91440" bIns="45720" rtlCol="0" anchor="b">
            <a:normAutofit/>
          </a:bodyPr>
          <a:lstStyle>
            <a:lvl1pPr marL="0" indent="0">
              <a:buNone/>
              <a:defRPr lang="en-US" dirty="0">
                <a:solidFill>
                  <a:schemeClr val="tx2"/>
                </a:solidFill>
              </a:defRPr>
            </a:lvl1pPr>
          </a:lstStyle>
          <a:p>
            <a:pPr lvl="0"/>
            <a:r>
              <a:rPr lang="en-US" dirty="0"/>
              <a:t>Click to edit Master subtitle style</a:t>
            </a:r>
          </a:p>
        </p:txBody>
      </p:sp>
      <p:sp>
        <p:nvSpPr>
          <p:cNvPr id="8" name="Picture Placeholder 6">
            <a:extLst>
              <a:ext uri="{FF2B5EF4-FFF2-40B4-BE49-F238E27FC236}">
                <a16:creationId xmlns:a16="http://schemas.microsoft.com/office/drawing/2014/main" id="{55FC269D-AA10-2D35-8DD6-33E0E2CC4064}"/>
              </a:ext>
            </a:extLst>
          </p:cNvPr>
          <p:cNvSpPr>
            <a:spLocks noGrp="1"/>
          </p:cNvSpPr>
          <p:nvPr>
            <p:ph type="pic" sz="quarter" idx="13" hasCustomPrompt="1"/>
          </p:nvPr>
        </p:nvSpPr>
        <p:spPr>
          <a:xfrm>
            <a:off x="5591348" y="343038"/>
            <a:ext cx="6257031" cy="6172200"/>
          </a:xfrm>
          <a:custGeom>
            <a:avLst/>
            <a:gdLst>
              <a:gd name="connsiteX0" fmla="*/ 318609 w 6257031"/>
              <a:gd name="connsiteY0" fmla="*/ 0 h 6172200"/>
              <a:gd name="connsiteX1" fmla="*/ 5938422 w 6257031"/>
              <a:gd name="connsiteY1" fmla="*/ 0 h 6172200"/>
              <a:gd name="connsiteX2" fmla="*/ 6257031 w 6257031"/>
              <a:gd name="connsiteY2" fmla="*/ 318609 h 6172200"/>
              <a:gd name="connsiteX3" fmla="*/ 6257031 w 6257031"/>
              <a:gd name="connsiteY3" fmla="*/ 5853591 h 6172200"/>
              <a:gd name="connsiteX4" fmla="*/ 5938422 w 6257031"/>
              <a:gd name="connsiteY4" fmla="*/ 6172200 h 6172200"/>
              <a:gd name="connsiteX5" fmla="*/ 318609 w 6257031"/>
              <a:gd name="connsiteY5" fmla="*/ 6172200 h 6172200"/>
              <a:gd name="connsiteX6" fmla="*/ 0 w 6257031"/>
              <a:gd name="connsiteY6" fmla="*/ 5853591 h 6172200"/>
              <a:gd name="connsiteX7" fmla="*/ 0 w 6257031"/>
              <a:gd name="connsiteY7" fmla="*/ 318609 h 6172200"/>
              <a:gd name="connsiteX8" fmla="*/ 318609 w 6257031"/>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57031" h="6172200">
                <a:moveTo>
                  <a:pt x="318609" y="0"/>
                </a:moveTo>
                <a:lnTo>
                  <a:pt x="5938422" y="0"/>
                </a:lnTo>
                <a:cubicBezTo>
                  <a:pt x="6114385" y="0"/>
                  <a:pt x="6257031" y="142646"/>
                  <a:pt x="6257031" y="318609"/>
                </a:cubicBezTo>
                <a:lnTo>
                  <a:pt x="6257031" y="5853591"/>
                </a:lnTo>
                <a:cubicBezTo>
                  <a:pt x="6257031" y="6029554"/>
                  <a:pt x="6114385" y="6172200"/>
                  <a:pt x="5938422" y="6172200"/>
                </a:cubicBezTo>
                <a:lnTo>
                  <a:pt x="318609" y="6172200"/>
                </a:lnTo>
                <a:cubicBezTo>
                  <a:pt x="142646" y="6172200"/>
                  <a:pt x="0" y="6029554"/>
                  <a:pt x="0" y="5853591"/>
                </a:cubicBezTo>
                <a:lnTo>
                  <a:pt x="0" y="318609"/>
                </a:lnTo>
                <a:cubicBezTo>
                  <a:pt x="0" y="142646"/>
                  <a:pt x="142646" y="0"/>
                  <a:pt x="31860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164B5AC7-D387-41BC-BBB6-F6DD0E8CACDB}"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3554717877"/>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5397718" cy="3739896"/>
          </a:xfrm>
        </p:spPr>
        <p:txBody>
          <a:bodyPr vert="horz" lIns="91440" tIns="45720" rIns="91440" bIns="45720" rtlCol="0" anchor="t">
            <a:normAutofit/>
          </a:bodyPr>
          <a:lstStyle>
            <a:lvl1pPr>
              <a:defRPr lang="en-US" sz="66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517136" cy="1380744"/>
          </a:xfrm>
        </p:spPr>
        <p:txBody>
          <a:bodyPr vert="horz" lIns="91440" tIns="45720" rIns="91440" bIns="45720" rtlCol="0" anchor="b">
            <a:normAutofit/>
          </a:bodyPr>
          <a:lstStyle>
            <a:lvl1pPr marL="0" indent="0">
              <a:buNone/>
              <a:defRPr lang="en-US">
                <a:solidFill>
                  <a:schemeClr val="tx2"/>
                </a:solidFill>
              </a:defRPr>
            </a:lvl1pPr>
          </a:lstStyle>
          <a:p>
            <a:pPr lvl="0"/>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A0D73698-4765-4C7F-8C74-6EF048F95E94}"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
        <p:nvSpPr>
          <p:cNvPr id="11" name="Picture Placeholder 6">
            <a:extLst>
              <a:ext uri="{FF2B5EF4-FFF2-40B4-BE49-F238E27FC236}">
                <a16:creationId xmlns:a16="http://schemas.microsoft.com/office/drawing/2014/main" id="{8F28510C-0939-D915-FCC8-7D8AD4475782}"/>
              </a:ext>
            </a:extLst>
          </p:cNvPr>
          <p:cNvSpPr>
            <a:spLocks noGrp="1"/>
          </p:cNvSpPr>
          <p:nvPr>
            <p:ph type="pic" sz="quarter" idx="13" hasCustomPrompt="1"/>
          </p:nvPr>
        </p:nvSpPr>
        <p:spPr>
          <a:xfrm>
            <a:off x="6720113" y="342900"/>
            <a:ext cx="5131133" cy="6172200"/>
          </a:xfrm>
          <a:custGeom>
            <a:avLst/>
            <a:gdLst>
              <a:gd name="connsiteX0" fmla="*/ 305905 w 5334000"/>
              <a:gd name="connsiteY0" fmla="*/ 0 h 6172200"/>
              <a:gd name="connsiteX1" fmla="*/ 5028095 w 5334000"/>
              <a:gd name="connsiteY1" fmla="*/ 0 h 6172200"/>
              <a:gd name="connsiteX2" fmla="*/ 5334000 w 5334000"/>
              <a:gd name="connsiteY2" fmla="*/ 305905 h 6172200"/>
              <a:gd name="connsiteX3" fmla="*/ 5334000 w 5334000"/>
              <a:gd name="connsiteY3" fmla="*/ 5866295 h 6172200"/>
              <a:gd name="connsiteX4" fmla="*/ 5028095 w 5334000"/>
              <a:gd name="connsiteY4" fmla="*/ 6172200 h 6172200"/>
              <a:gd name="connsiteX5" fmla="*/ 305905 w 5334000"/>
              <a:gd name="connsiteY5" fmla="*/ 6172200 h 6172200"/>
              <a:gd name="connsiteX6" fmla="*/ 0 w 5334000"/>
              <a:gd name="connsiteY6" fmla="*/ 5866295 h 6172200"/>
              <a:gd name="connsiteX7" fmla="*/ 0 w 5334000"/>
              <a:gd name="connsiteY7" fmla="*/ 305905 h 6172200"/>
              <a:gd name="connsiteX8" fmla="*/ 305905 w 53340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34000" h="6172200">
                <a:moveTo>
                  <a:pt x="305905" y="0"/>
                </a:moveTo>
                <a:lnTo>
                  <a:pt x="5028095" y="0"/>
                </a:lnTo>
                <a:cubicBezTo>
                  <a:pt x="5197042" y="0"/>
                  <a:pt x="5334000" y="136958"/>
                  <a:pt x="5334000" y="305905"/>
                </a:cubicBezTo>
                <a:lnTo>
                  <a:pt x="5334000" y="5866295"/>
                </a:lnTo>
                <a:cubicBezTo>
                  <a:pt x="5334000" y="6035242"/>
                  <a:pt x="5197042" y="6172200"/>
                  <a:pt x="5028095" y="6172200"/>
                </a:cubicBezTo>
                <a:lnTo>
                  <a:pt x="305905" y="6172200"/>
                </a:lnTo>
                <a:cubicBezTo>
                  <a:pt x="136958" y="6172200"/>
                  <a:pt x="0" y="6035242"/>
                  <a:pt x="0" y="5866295"/>
                </a:cubicBezTo>
                <a:lnTo>
                  <a:pt x="0" y="305905"/>
                </a:lnTo>
                <a:cubicBezTo>
                  <a:pt x="0" y="136958"/>
                  <a:pt x="136958" y="0"/>
                  <a:pt x="305905"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579231999"/>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69480" y="411480"/>
            <a:ext cx="4361688" cy="3968496"/>
          </a:xfrm>
        </p:spPr>
        <p:txBody>
          <a:bodyPr vert="horz" lIns="91440" tIns="45720" rIns="91440" bIns="45720" rtlCol="0" anchor="t">
            <a:normAutofit/>
          </a:bodyPr>
          <a:lstStyle>
            <a:lvl1pPr>
              <a:defRPr lang="en-US" sz="52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69480" y="4873752"/>
            <a:ext cx="4206240" cy="1380744"/>
          </a:xfrm>
        </p:spPr>
        <p:txBody>
          <a:bodyPr vert="horz" lIns="91440" tIns="45720" rIns="91440" bIns="45720" rtlCol="0" anchor="b">
            <a:normAutofit/>
          </a:bodyPr>
          <a:lstStyle>
            <a:lvl1pPr marL="0" indent="0">
              <a:buNone/>
              <a:defRPr lang="en-US">
                <a:solidFill>
                  <a:schemeClr val="tx2"/>
                </a:solidFill>
              </a:defRPr>
            </a:lvl1pPr>
          </a:lstStyle>
          <a:p>
            <a:pPr lvl="0"/>
            <a:r>
              <a:rPr lang="en-US" dirty="0"/>
              <a:t>Click to edit Master subtitle style</a:t>
            </a:r>
          </a:p>
        </p:txBody>
      </p:sp>
      <p:sp>
        <p:nvSpPr>
          <p:cNvPr id="8" name="Picture Placeholder 6">
            <a:extLst>
              <a:ext uri="{FF2B5EF4-FFF2-40B4-BE49-F238E27FC236}">
                <a16:creationId xmlns:a16="http://schemas.microsoft.com/office/drawing/2014/main" id="{55FC269D-AA10-2D35-8DD6-33E0E2CC4064}"/>
              </a:ext>
            </a:extLst>
          </p:cNvPr>
          <p:cNvSpPr>
            <a:spLocks noGrp="1"/>
          </p:cNvSpPr>
          <p:nvPr>
            <p:ph type="pic" sz="quarter" idx="13" hasCustomPrompt="1"/>
          </p:nvPr>
        </p:nvSpPr>
        <p:spPr>
          <a:xfrm>
            <a:off x="347472" y="343038"/>
            <a:ext cx="6257031" cy="6172200"/>
          </a:xfrm>
          <a:custGeom>
            <a:avLst/>
            <a:gdLst>
              <a:gd name="connsiteX0" fmla="*/ 318609 w 6257031"/>
              <a:gd name="connsiteY0" fmla="*/ 0 h 6172200"/>
              <a:gd name="connsiteX1" fmla="*/ 5938422 w 6257031"/>
              <a:gd name="connsiteY1" fmla="*/ 0 h 6172200"/>
              <a:gd name="connsiteX2" fmla="*/ 6257031 w 6257031"/>
              <a:gd name="connsiteY2" fmla="*/ 318609 h 6172200"/>
              <a:gd name="connsiteX3" fmla="*/ 6257031 w 6257031"/>
              <a:gd name="connsiteY3" fmla="*/ 5853591 h 6172200"/>
              <a:gd name="connsiteX4" fmla="*/ 5938422 w 6257031"/>
              <a:gd name="connsiteY4" fmla="*/ 6172200 h 6172200"/>
              <a:gd name="connsiteX5" fmla="*/ 318609 w 6257031"/>
              <a:gd name="connsiteY5" fmla="*/ 6172200 h 6172200"/>
              <a:gd name="connsiteX6" fmla="*/ 0 w 6257031"/>
              <a:gd name="connsiteY6" fmla="*/ 5853591 h 6172200"/>
              <a:gd name="connsiteX7" fmla="*/ 0 w 6257031"/>
              <a:gd name="connsiteY7" fmla="*/ 318609 h 6172200"/>
              <a:gd name="connsiteX8" fmla="*/ 318609 w 6257031"/>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57031" h="6172200">
                <a:moveTo>
                  <a:pt x="318609" y="0"/>
                </a:moveTo>
                <a:lnTo>
                  <a:pt x="5938422" y="0"/>
                </a:lnTo>
                <a:cubicBezTo>
                  <a:pt x="6114385" y="0"/>
                  <a:pt x="6257031" y="142646"/>
                  <a:pt x="6257031" y="318609"/>
                </a:cubicBezTo>
                <a:lnTo>
                  <a:pt x="6257031" y="5853591"/>
                </a:lnTo>
                <a:cubicBezTo>
                  <a:pt x="6257031" y="6029554"/>
                  <a:pt x="6114385" y="6172200"/>
                  <a:pt x="5938422" y="6172200"/>
                </a:cubicBezTo>
                <a:lnTo>
                  <a:pt x="318609" y="6172200"/>
                </a:lnTo>
                <a:cubicBezTo>
                  <a:pt x="142646" y="6172200"/>
                  <a:pt x="0" y="6029554"/>
                  <a:pt x="0" y="5853591"/>
                </a:cubicBezTo>
                <a:lnTo>
                  <a:pt x="0" y="318609"/>
                </a:lnTo>
                <a:cubicBezTo>
                  <a:pt x="0" y="142646"/>
                  <a:pt x="142646" y="0"/>
                  <a:pt x="31860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19A3EA51-69C4-4090-B98A-31CA47A2E35E}"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2297394432"/>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38912"/>
            <a:ext cx="9317736" cy="4453128"/>
          </a:xfrm>
        </p:spPr>
        <p:txBody>
          <a:bodyPr vert="horz" lIns="91440" tIns="45720" rIns="91440" bIns="45720" rtlCol="0" anchor="t">
            <a:normAutofit/>
          </a:bodyPr>
          <a:lstStyle>
            <a:lvl1pPr>
              <a:defRPr lang="en-US" sz="96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965192"/>
            <a:ext cx="5431536" cy="1289304"/>
          </a:xfrm>
        </p:spPr>
        <p:txBody>
          <a:bodyPr vert="horz" lIns="91440" tIns="45720" rIns="91440" bIns="45720" rtlCol="0" anchor="b">
            <a:normAutofit/>
          </a:bodyPr>
          <a:lstStyle>
            <a:lvl1pPr marL="0" indent="0">
              <a:buNone/>
              <a:defRPr lang="en-US" dirty="0">
                <a:solidFill>
                  <a:schemeClr val="tx2"/>
                </a:solidFill>
              </a:defRPr>
            </a:lvl1pPr>
          </a:lstStyle>
          <a:p>
            <a:pPr lvl="0"/>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46633933-AD95-42CF-A390-A7073FD506A1}"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1540027627"/>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408176" y="1536192"/>
            <a:ext cx="9171432" cy="2615184"/>
          </a:xfrm>
        </p:spPr>
        <p:txBody>
          <a:bodyPr anchor="ctr">
            <a:normAutofit/>
          </a:bodyPr>
          <a:lstStyle>
            <a:lvl1pPr algn="ctr">
              <a:defRPr sz="5400">
                <a:solidFill>
                  <a:schemeClr val="tx2"/>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408176" y="4427554"/>
            <a:ext cx="9171432" cy="1143000"/>
          </a:xfrm>
        </p:spPr>
        <p:txBody>
          <a:bodyPr anchor="t">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CD50E307-C64C-483A-9485-A61D01D72197}"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2521481441"/>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38912"/>
            <a:ext cx="11494008" cy="4654296"/>
          </a:xfrm>
        </p:spPr>
        <p:txBody>
          <a:bodyPr vert="horz" lIns="91440" tIns="45720" rIns="91440" bIns="45720" rtlCol="0" anchor="t">
            <a:normAutofit/>
          </a:bodyPr>
          <a:lstStyle>
            <a:lvl1pPr>
              <a:defRPr lang="en-US" sz="125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093208"/>
            <a:ext cx="5669280" cy="1161288"/>
          </a:xfrm>
        </p:spPr>
        <p:txBody>
          <a:bodyPr vert="horz" lIns="91440" tIns="45720" rIns="91440" bIns="45720" rtlCol="0" anchor="b">
            <a:normAutofit/>
          </a:bodyPr>
          <a:lstStyle>
            <a:lvl1pPr marL="0" indent="0">
              <a:buNone/>
              <a:defRPr lang="en-US" dirty="0">
                <a:solidFill>
                  <a:schemeClr val="tx2"/>
                </a:solidFill>
              </a:defRPr>
            </a:lvl1pPr>
          </a:lstStyle>
          <a:p>
            <a:pPr lvl="0"/>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8BC36CA3-7064-4E52-B24E-E3CC37B36CB8}"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2039627881"/>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7A12A6-507C-2714-2F24-09ADE11584C5}"/>
              </a:ext>
            </a:extLst>
          </p:cNvPr>
          <p:cNvSpPr/>
          <p:nvPr/>
        </p:nvSpPr>
        <p:spPr>
          <a:xfrm>
            <a:off x="0" y="0"/>
            <a:ext cx="12192000" cy="6858000"/>
          </a:xfrm>
          <a:prstGeom prst="rect">
            <a:avLst/>
          </a:prstGeom>
          <a:solidFill>
            <a:schemeClr val="bg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429768" y="1810512"/>
            <a:ext cx="7772400" cy="4562856"/>
          </a:xfrm>
        </p:spPr>
        <p:txBody>
          <a:bodyPr anchor="b">
            <a:normAutofit/>
          </a:bodyPr>
          <a:lstStyle>
            <a:lvl1pPr>
              <a:defRPr sz="8000">
                <a:solidFill>
                  <a:schemeClr val="tx2"/>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2"/>
                </a:solidFill>
              </a:defRPr>
            </a:lvl1pPr>
          </a:lstStyle>
          <a:p>
            <a:fld id="{333F469A-9BA4-41D9-A358-7174319CB857}" type="datetime1">
              <a:rPr lang="en-US" smtClean="0"/>
              <a:t>2/28/2026</a:t>
            </a:fld>
            <a:endParaRPr lang="en-US"/>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446675421"/>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29768" y="411480"/>
            <a:ext cx="11045952" cy="1828800"/>
          </a:xfrm>
        </p:spPr>
        <p:txBody>
          <a:bodyPr anchor="t">
            <a:normAutofit/>
          </a:bodyPr>
          <a:lstStyle>
            <a:lvl1pPr>
              <a:defRPr sz="8000"/>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998464" y="2423160"/>
            <a:ext cx="5486400" cy="3886200"/>
          </a:xfrm>
        </p:spPr>
        <p:txBody>
          <a:bodyPr vert="horz" lIns="91440" tIns="45720" rIns="91440" bIns="45720" rtlCol="0">
            <a:normAutofit/>
          </a:bodyPr>
          <a:lstStyle>
            <a:lvl1pPr marL="457200" indent="-457200">
              <a:buFont typeface="+mj-lt"/>
              <a:buAutoNum type="arabicPeriod"/>
              <a:defRPr lang="en-US" dirty="0"/>
            </a:lvl1pPr>
            <a:lvl2pPr marL="571500" indent="-342900">
              <a:buFont typeface="+mj-lt"/>
              <a:buAutoNum type="arabicPeriod"/>
              <a:defRPr lang="en-US" dirty="0"/>
            </a:lvl2pPr>
            <a:lvl3pPr marL="800100" indent="-342900">
              <a:buFont typeface="+mj-lt"/>
              <a:buAutoNum type="arabicPeriod"/>
              <a:defRPr lang="en-US" dirty="0"/>
            </a:lvl3pPr>
            <a:lvl4pPr>
              <a:buFont typeface="+mj-lt"/>
              <a:buAutoNum type="arabicPeriod"/>
              <a:defRPr lang="en-US" dirty="0"/>
            </a:lvl4pPr>
            <a:lvl5pPr>
              <a:buFont typeface="+mj-lt"/>
              <a:buAutoNum type="arabicPeriod"/>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01BB0C55-2E11-4E7F-9EF8-868B07C6C42C}" type="datetime1">
              <a:rPr lang="en-US" smtClean="0"/>
              <a:t>2/28/2026</a:t>
            </a:fld>
            <a:endParaRPr lang="en-US"/>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85314946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7644384" y="1012952"/>
            <a:ext cx="4023360" cy="1636776"/>
          </a:xfrm>
        </p:spPr>
        <p:txBody>
          <a:bodyPr anchor="b">
            <a:normAutofit/>
          </a:bodyPr>
          <a:lstStyle>
            <a:lvl1pPr>
              <a:defRPr sz="4800"/>
            </a:lvl1pPr>
          </a:lstStyle>
          <a:p>
            <a:r>
              <a:rPr lang="en-US" dirty="0"/>
              <a:t>Click to edit Master title style</a:t>
            </a:r>
          </a:p>
        </p:txBody>
      </p:sp>
      <p:sp>
        <p:nvSpPr>
          <p:cNvPr id="10" name="Picture Placeholder 8">
            <a:extLst>
              <a:ext uri="{FF2B5EF4-FFF2-40B4-BE49-F238E27FC236}">
                <a16:creationId xmlns:a16="http://schemas.microsoft.com/office/drawing/2014/main" id="{FE8E4848-C9F6-6844-AB1C-C4F0E8A472A1}"/>
              </a:ext>
            </a:extLst>
          </p:cNvPr>
          <p:cNvSpPr>
            <a:spLocks noGrp="1"/>
          </p:cNvSpPr>
          <p:nvPr>
            <p:ph type="pic" sz="quarter" idx="14" hasCustomPrompt="1"/>
          </p:nvPr>
        </p:nvSpPr>
        <p:spPr>
          <a:xfrm>
            <a:off x="342901" y="345109"/>
            <a:ext cx="6714969" cy="6163508"/>
          </a:xfrm>
          <a:custGeom>
            <a:avLst/>
            <a:gdLst>
              <a:gd name="connsiteX0" fmla="*/ 281857 w 6714969"/>
              <a:gd name="connsiteY0" fmla="*/ 0 h 6163508"/>
              <a:gd name="connsiteX1" fmla="*/ 6433112 w 6714969"/>
              <a:gd name="connsiteY1" fmla="*/ 0 h 6163508"/>
              <a:gd name="connsiteX2" fmla="*/ 6714969 w 6714969"/>
              <a:gd name="connsiteY2" fmla="*/ 281857 h 6163508"/>
              <a:gd name="connsiteX3" fmla="*/ 6714969 w 6714969"/>
              <a:gd name="connsiteY3" fmla="*/ 5881651 h 6163508"/>
              <a:gd name="connsiteX4" fmla="*/ 6433112 w 6714969"/>
              <a:gd name="connsiteY4" fmla="*/ 6163508 h 6163508"/>
              <a:gd name="connsiteX5" fmla="*/ 281857 w 6714969"/>
              <a:gd name="connsiteY5" fmla="*/ 6163508 h 6163508"/>
              <a:gd name="connsiteX6" fmla="*/ 0 w 6714969"/>
              <a:gd name="connsiteY6" fmla="*/ 5881651 h 6163508"/>
              <a:gd name="connsiteX7" fmla="*/ 0 w 6714969"/>
              <a:gd name="connsiteY7" fmla="*/ 281857 h 6163508"/>
              <a:gd name="connsiteX8" fmla="*/ 281857 w 6714969"/>
              <a:gd name="connsiteY8" fmla="*/ 0 h 61635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14969" h="6163508">
                <a:moveTo>
                  <a:pt x="281857" y="0"/>
                </a:moveTo>
                <a:lnTo>
                  <a:pt x="6433112" y="0"/>
                </a:lnTo>
                <a:cubicBezTo>
                  <a:pt x="6588777" y="0"/>
                  <a:pt x="6714969" y="126192"/>
                  <a:pt x="6714969" y="281857"/>
                </a:cubicBezTo>
                <a:lnTo>
                  <a:pt x="6714969" y="5881651"/>
                </a:lnTo>
                <a:cubicBezTo>
                  <a:pt x="6714969" y="6037316"/>
                  <a:pt x="6588777" y="6163508"/>
                  <a:pt x="6433112" y="6163508"/>
                </a:cubicBezTo>
                <a:lnTo>
                  <a:pt x="281857" y="6163508"/>
                </a:lnTo>
                <a:cubicBezTo>
                  <a:pt x="126192" y="6163508"/>
                  <a:pt x="0" y="6037316"/>
                  <a:pt x="0" y="5881651"/>
                </a:cubicBezTo>
                <a:lnTo>
                  <a:pt x="0" y="281857"/>
                </a:lnTo>
                <a:cubicBezTo>
                  <a:pt x="0" y="126192"/>
                  <a:pt x="126192" y="0"/>
                  <a:pt x="281857" y="0"/>
                </a:cubicBezTo>
                <a:close/>
              </a:path>
            </a:pathLst>
          </a:custGeom>
          <a:blipFill dpi="0" rotWithShape="1">
            <a:blip r:embed="rId2">
              <a:alphaModFix amt="65000"/>
            </a:blip>
            <a:srcRect/>
            <a:stretch>
              <a:fillRect/>
            </a:stretch>
          </a:blipFill>
        </p:spPr>
        <p:txBody>
          <a:bodyPr wrap="square">
            <a:noAutofit/>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644384" y="2896616"/>
            <a:ext cx="4023360" cy="3364992"/>
          </a:xfrm>
        </p:spPr>
        <p:txBody>
          <a:bodyPr vert="horz" lIns="91440" tIns="45720" rIns="91440" bIns="45720" rtlCol="0">
            <a:normAutofit/>
          </a:bodyPr>
          <a:lstStyle>
            <a:lvl1pPr marL="342900" indent="-342900">
              <a:buFont typeface="+mj-lt"/>
              <a:buAutoNum type="arabicPeriod"/>
              <a:defRPr lang="en-US" dirty="0"/>
            </a:lvl1pPr>
            <a:lvl2pPr marL="571500" indent="-342900">
              <a:buFont typeface="+mj-lt"/>
              <a:buAutoNum type="arabicPeriod"/>
              <a:defRPr lang="en-US" dirty="0"/>
            </a:lvl2pPr>
            <a:lvl3pPr marL="800100" indent="-342900">
              <a:buFont typeface="+mj-lt"/>
              <a:buAutoNum type="arabicPeriod"/>
              <a:defRPr lang="en-US" dirty="0"/>
            </a:lvl3pPr>
            <a:lvl4pPr>
              <a:buFont typeface="+mj-lt"/>
              <a:buAutoNum type="arabicPeriod"/>
              <a:defRPr lang="en-US" dirty="0"/>
            </a:lvl4pPr>
            <a:lvl5pPr>
              <a:buFont typeface="+mj-lt"/>
              <a:buAutoNum type="arabicPeriod"/>
              <a:defRPr lang="en-US" dirty="0"/>
            </a:lvl5pPr>
          </a:lstStyle>
          <a:p>
            <a:pPr marL="228600" lvl="0" indent="-228600"/>
            <a:r>
              <a:rPr lang="en-US" dirty="0"/>
              <a:t>Click to edit Master text styles</a:t>
            </a:r>
          </a:p>
          <a:p>
            <a:pPr marL="228600" lvl="1" indent="-228600"/>
            <a:r>
              <a:rPr lang="en-US" dirty="0"/>
              <a:t>Second level</a:t>
            </a:r>
          </a:p>
          <a:p>
            <a:pPr marL="228600" lvl="2" indent="-228600"/>
            <a:r>
              <a:rPr lang="en-US" dirty="0"/>
              <a:t>Third level</a:t>
            </a:r>
          </a:p>
          <a:p>
            <a:pPr marL="228600" lvl="3" indent="-228600"/>
            <a:r>
              <a:rPr lang="en-US" dirty="0"/>
              <a:t>Fourth level</a:t>
            </a:r>
          </a:p>
          <a:p>
            <a:pPr marL="228600" lvl="4" indent="-228600"/>
            <a:r>
              <a:rPr lang="en-US" dirty="0"/>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0AC9FCAD-E19B-4A0F-866E-979EDEC4B525}" type="datetime1">
              <a:rPr lang="en-US" smtClean="0"/>
              <a:t>2/28/2026</a:t>
            </a:fld>
            <a:endParaRPr lang="en-US"/>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1301450931"/>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478024"/>
            <a:ext cx="4325112" cy="2454796"/>
          </a:xfrm>
        </p:spPr>
        <p:txBody>
          <a:bodyPr anchor="t">
            <a:normAutofit/>
          </a:bodyPr>
          <a:lstStyle>
            <a:lvl1pPr>
              <a:defRPr sz="4400"/>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78024"/>
            <a:ext cx="4325112" cy="245973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79B4A14-E3E2-4038-B0C4-0EC5ECBDA17A}"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0226910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039112"/>
            <a:ext cx="3813048" cy="3538728"/>
          </a:xfrm>
        </p:spPr>
        <p:txBody>
          <a:bodyPr anchor="t">
            <a:normAutofit/>
          </a:bodyPr>
          <a:lstStyle>
            <a:lvl1pPr>
              <a:defRPr sz="3200"/>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22392" y="2039112"/>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2301396-E7F4-44BB-B3C1-CAADE8EE1BCB}"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4605109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00200"/>
            <a:ext cx="4142232" cy="4636008"/>
          </a:xfrm>
        </p:spPr>
        <p:txBody>
          <a:bodyPr anchor="t">
            <a:normAutofit/>
          </a:bodyPr>
          <a:lstStyle>
            <a:lvl1pPr>
              <a:defRPr sz="3200"/>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22392" y="1600200"/>
            <a:ext cx="5788152" cy="46360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0C603B70-0873-4F91-B20E-188F8FCBC95A}"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9134807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4032504" cy="3621024"/>
          </a:xfrm>
        </p:spPr>
        <p:txBody>
          <a:bodyPr anchor="t">
            <a:normAutofit/>
          </a:bodyPr>
          <a:lstStyle>
            <a:lvl1pPr>
              <a:defRPr sz="3200"/>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422392" y="640080"/>
            <a:ext cx="5971032" cy="572414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A211211-1BBF-43C8-98F1-415153382D43}"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4683504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3493008" cy="3621024"/>
          </a:xfrm>
        </p:spPr>
        <p:txBody>
          <a:bodyPr vert="horz" lIns="91440" tIns="45720" rIns="91440" bIns="45720" rtlCol="0" anchor="t">
            <a:normAutofit/>
          </a:bodyPr>
          <a:lstStyle>
            <a:lvl1pPr>
              <a:defRPr lang="en-US" dirty="0"/>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25696" y="640080"/>
            <a:ext cx="7159752" cy="57197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423C37F1-4FE0-40C5-A1CC-AC65E60D9E3F}"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9016210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50408" y="548640"/>
            <a:ext cx="6035040" cy="1143000"/>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EF226A48-373B-47E6-1E90-9892366CC9F0}"/>
              </a:ext>
            </a:extLst>
          </p:cNvPr>
          <p:cNvSpPr>
            <a:spLocks noGrp="1"/>
          </p:cNvSpPr>
          <p:nvPr>
            <p:ph type="pic" sz="quarter" idx="13" hasCustomPrompt="1"/>
          </p:nvPr>
        </p:nvSpPr>
        <p:spPr>
          <a:xfrm>
            <a:off x="342900" y="342900"/>
            <a:ext cx="4501152" cy="6172200"/>
          </a:xfrm>
          <a:custGeom>
            <a:avLst/>
            <a:gdLst>
              <a:gd name="connsiteX0" fmla="*/ 332635 w 4501152"/>
              <a:gd name="connsiteY0" fmla="*/ 0 h 6172200"/>
              <a:gd name="connsiteX1" fmla="*/ 4168517 w 4501152"/>
              <a:gd name="connsiteY1" fmla="*/ 0 h 6172200"/>
              <a:gd name="connsiteX2" fmla="*/ 4501152 w 4501152"/>
              <a:gd name="connsiteY2" fmla="*/ 331423 h 6172200"/>
              <a:gd name="connsiteX3" fmla="*/ 4501152 w 4501152"/>
              <a:gd name="connsiteY3" fmla="*/ 5840778 h 6172200"/>
              <a:gd name="connsiteX4" fmla="*/ 4168517 w 4501152"/>
              <a:gd name="connsiteY4" fmla="*/ 6172200 h 6172200"/>
              <a:gd name="connsiteX5" fmla="*/ 332635 w 4501152"/>
              <a:gd name="connsiteY5" fmla="*/ 6172200 h 6172200"/>
              <a:gd name="connsiteX6" fmla="*/ 0 w 4501152"/>
              <a:gd name="connsiteY6" fmla="*/ 5840778 h 6172200"/>
              <a:gd name="connsiteX7" fmla="*/ 0 w 4501152"/>
              <a:gd name="connsiteY7" fmla="*/ 331423 h 6172200"/>
              <a:gd name="connsiteX8" fmla="*/ 332635 w 4501152"/>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01152" h="6172200">
                <a:moveTo>
                  <a:pt x="332635" y="0"/>
                </a:moveTo>
                <a:lnTo>
                  <a:pt x="4168517" y="0"/>
                </a:lnTo>
                <a:cubicBezTo>
                  <a:pt x="4352226" y="0"/>
                  <a:pt x="4501152" y="148383"/>
                  <a:pt x="4501152" y="331423"/>
                </a:cubicBezTo>
                <a:lnTo>
                  <a:pt x="4501152" y="5840778"/>
                </a:lnTo>
                <a:cubicBezTo>
                  <a:pt x="4501152" y="6023817"/>
                  <a:pt x="4352226" y="6172200"/>
                  <a:pt x="4168517" y="6172200"/>
                </a:cubicBezTo>
                <a:lnTo>
                  <a:pt x="332635" y="6172200"/>
                </a:lnTo>
                <a:cubicBezTo>
                  <a:pt x="148926" y="6172200"/>
                  <a:pt x="0" y="6023817"/>
                  <a:pt x="0" y="5840778"/>
                </a:cubicBezTo>
                <a:lnTo>
                  <a:pt x="0" y="331423"/>
                </a:lnTo>
                <a:cubicBezTo>
                  <a:pt x="0" y="148383"/>
                  <a:pt x="148926" y="0"/>
                  <a:pt x="33263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550408" y="1828800"/>
            <a:ext cx="6035040" cy="44897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B0F37310-2C84-4F72-97F3-ED5E52F7A674}"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14050640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40"/>
            <a:ext cx="6135624" cy="1143000"/>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828800"/>
            <a:ext cx="6135624" cy="44897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ED7373D-8BEF-4D11-A85D-4ADD8461D8CF}" type="datetime1">
              <a:rPr lang="en-US" smtClean="0"/>
              <a:t>2/28/2026</a:t>
            </a:fld>
            <a:endParaRPr lang="en-US"/>
          </a:p>
        </p:txBody>
      </p:sp>
      <p:sp>
        <p:nvSpPr>
          <p:cNvPr id="4" name="Picture Placeholder 3">
            <a:extLst>
              <a:ext uri="{FF2B5EF4-FFF2-40B4-BE49-F238E27FC236}">
                <a16:creationId xmlns:a16="http://schemas.microsoft.com/office/drawing/2014/main" id="{7F11DC52-D1FD-A255-1A04-7A15A9DE3C8F}"/>
              </a:ext>
            </a:extLst>
          </p:cNvPr>
          <p:cNvSpPr>
            <a:spLocks noGrp="1"/>
          </p:cNvSpPr>
          <p:nvPr>
            <p:ph type="pic" sz="quarter" idx="13" hasCustomPrompt="1"/>
          </p:nvPr>
        </p:nvSpPr>
        <p:spPr>
          <a:xfrm>
            <a:off x="7353304" y="352327"/>
            <a:ext cx="4495799" cy="6172200"/>
          </a:xfrm>
          <a:custGeom>
            <a:avLst/>
            <a:gdLst>
              <a:gd name="connsiteX0" fmla="*/ 293171 w 4495799"/>
              <a:gd name="connsiteY0" fmla="*/ 0 h 6172200"/>
              <a:gd name="connsiteX1" fmla="*/ 4202628 w 4495799"/>
              <a:gd name="connsiteY1" fmla="*/ 0 h 6172200"/>
              <a:gd name="connsiteX2" fmla="*/ 4495799 w 4495799"/>
              <a:gd name="connsiteY2" fmla="*/ 293171 h 6172200"/>
              <a:gd name="connsiteX3" fmla="*/ 4495799 w 4495799"/>
              <a:gd name="connsiteY3" fmla="*/ 5879029 h 6172200"/>
              <a:gd name="connsiteX4" fmla="*/ 4202628 w 4495799"/>
              <a:gd name="connsiteY4" fmla="*/ 6172200 h 6172200"/>
              <a:gd name="connsiteX5" fmla="*/ 293171 w 4495799"/>
              <a:gd name="connsiteY5" fmla="*/ 6172200 h 6172200"/>
              <a:gd name="connsiteX6" fmla="*/ 0 w 4495799"/>
              <a:gd name="connsiteY6" fmla="*/ 5879029 h 6172200"/>
              <a:gd name="connsiteX7" fmla="*/ 0 w 4495799"/>
              <a:gd name="connsiteY7" fmla="*/ 293171 h 6172200"/>
              <a:gd name="connsiteX8" fmla="*/ 293171 w 4495799"/>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95799" h="6172200">
                <a:moveTo>
                  <a:pt x="293171" y="0"/>
                </a:moveTo>
                <a:lnTo>
                  <a:pt x="4202628" y="0"/>
                </a:lnTo>
                <a:cubicBezTo>
                  <a:pt x="4364542" y="0"/>
                  <a:pt x="4495799" y="131257"/>
                  <a:pt x="4495799" y="293171"/>
                </a:cubicBezTo>
                <a:lnTo>
                  <a:pt x="4495799" y="5879029"/>
                </a:lnTo>
                <a:cubicBezTo>
                  <a:pt x="4495799" y="6040943"/>
                  <a:pt x="4364542" y="6172200"/>
                  <a:pt x="4202628" y="6172200"/>
                </a:cubicBezTo>
                <a:lnTo>
                  <a:pt x="293171" y="6172200"/>
                </a:lnTo>
                <a:cubicBezTo>
                  <a:pt x="131257" y="6172200"/>
                  <a:pt x="0" y="6040943"/>
                  <a:pt x="0" y="5879029"/>
                </a:cubicBezTo>
                <a:lnTo>
                  <a:pt x="0" y="293171"/>
                </a:lnTo>
                <a:cubicBezTo>
                  <a:pt x="0" y="131257"/>
                  <a:pt x="131257" y="0"/>
                  <a:pt x="293171"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18064754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20076" y="320040"/>
            <a:ext cx="6766560" cy="93268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9539F8C7-DD74-7177-C2DA-02533B6576FD}"/>
              </a:ext>
            </a:extLst>
          </p:cNvPr>
          <p:cNvSpPr>
            <a:spLocks noGrp="1"/>
          </p:cNvSpPr>
          <p:nvPr>
            <p:ph type="pic" sz="quarter" idx="13" hasCustomPrompt="1"/>
          </p:nvPr>
        </p:nvSpPr>
        <p:spPr>
          <a:xfrm>
            <a:off x="339373" y="344424"/>
            <a:ext cx="3808553" cy="61722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20076" y="1380744"/>
            <a:ext cx="676656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804D0A65-74B1-4258-9347-517577BEF7B0}"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23852590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320040"/>
            <a:ext cx="6858000" cy="93268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380744"/>
            <a:ext cx="6858000"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3B00591-709C-49DC-8FE0-9F32B5969F72}" type="datetime1">
              <a:rPr lang="en-US" smtClean="0"/>
              <a:t>2/28/2026</a:t>
            </a:fld>
            <a:endParaRPr lang="en-US"/>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8046768" y="344424"/>
            <a:ext cx="3808553" cy="61722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6501736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601755"/>
            <a:ext cx="4389120" cy="1527048"/>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EB281557-D8C5-3666-A17C-BD66A5F9C048}"/>
              </a:ext>
            </a:extLst>
          </p:cNvPr>
          <p:cNvSpPr>
            <a:spLocks noGrp="1"/>
          </p:cNvSpPr>
          <p:nvPr>
            <p:ph type="pic" sz="quarter" idx="13" hasCustomPrompt="1"/>
          </p:nvPr>
        </p:nvSpPr>
        <p:spPr>
          <a:xfrm>
            <a:off x="341522" y="342902"/>
            <a:ext cx="6249778" cy="6172343"/>
          </a:xfrm>
          <a:custGeom>
            <a:avLst/>
            <a:gdLst>
              <a:gd name="connsiteX0" fmla="*/ 258473 w 6249778"/>
              <a:gd name="connsiteY0" fmla="*/ 0 h 6172343"/>
              <a:gd name="connsiteX1" fmla="*/ 5991306 w 6249778"/>
              <a:gd name="connsiteY1" fmla="*/ 0 h 6172343"/>
              <a:gd name="connsiteX2" fmla="*/ 6249778 w 6249778"/>
              <a:gd name="connsiteY2" fmla="*/ 257942 h 6172343"/>
              <a:gd name="connsiteX3" fmla="*/ 6249778 w 6249778"/>
              <a:gd name="connsiteY3" fmla="*/ 5914401 h 6172343"/>
              <a:gd name="connsiteX4" fmla="*/ 5991306 w 6249778"/>
              <a:gd name="connsiteY4" fmla="*/ 6172343 h 6172343"/>
              <a:gd name="connsiteX5" fmla="*/ 258473 w 6249778"/>
              <a:gd name="connsiteY5" fmla="*/ 6172343 h 6172343"/>
              <a:gd name="connsiteX6" fmla="*/ 0 w 6249778"/>
              <a:gd name="connsiteY6" fmla="*/ 5914401 h 6172343"/>
              <a:gd name="connsiteX7" fmla="*/ 0 w 6249778"/>
              <a:gd name="connsiteY7" fmla="*/ 257942 h 6172343"/>
              <a:gd name="connsiteX8" fmla="*/ 258473 w 6249778"/>
              <a:gd name="connsiteY8" fmla="*/ 0 h 617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778" h="6172343">
                <a:moveTo>
                  <a:pt x="258473" y="0"/>
                </a:moveTo>
                <a:lnTo>
                  <a:pt x="5991306" y="0"/>
                </a:lnTo>
                <a:cubicBezTo>
                  <a:pt x="6134057" y="0"/>
                  <a:pt x="6249778" y="115484"/>
                  <a:pt x="6249778" y="257942"/>
                </a:cubicBezTo>
                <a:lnTo>
                  <a:pt x="6249778" y="5914401"/>
                </a:lnTo>
                <a:cubicBezTo>
                  <a:pt x="6249778" y="6056859"/>
                  <a:pt x="6134057" y="6172343"/>
                  <a:pt x="5991306" y="6172343"/>
                </a:cubicBezTo>
                <a:lnTo>
                  <a:pt x="258473" y="6172343"/>
                </a:lnTo>
                <a:cubicBezTo>
                  <a:pt x="115722" y="6172343"/>
                  <a:pt x="0" y="6056859"/>
                  <a:pt x="0" y="5914401"/>
                </a:cubicBezTo>
                <a:lnTo>
                  <a:pt x="0" y="257942"/>
                </a:lnTo>
                <a:cubicBezTo>
                  <a:pt x="0" y="115484"/>
                  <a:pt x="115722" y="0"/>
                  <a:pt x="258473"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2276856"/>
            <a:ext cx="4389120" cy="404164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53D0D37D-152B-44E6-AB8F-60E41FE679D7}"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1059859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4480560" cy="15270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7" y="2276856"/>
            <a:ext cx="4480560" cy="404164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93FD62D-5EED-4798-9EBA-B6E1A9B98072}" type="datetime1">
              <a:rPr lang="en-US" smtClean="0"/>
              <a:t>2/28/2026</a:t>
            </a:fld>
            <a:endParaRPr lang="en-US"/>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737594" y="342900"/>
            <a:ext cx="6111507" cy="6172338"/>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5364903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320040"/>
            <a:ext cx="4389120" cy="932688"/>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EB281557-D8C5-3666-A17C-BD66A5F9C048}"/>
              </a:ext>
            </a:extLst>
          </p:cNvPr>
          <p:cNvSpPr>
            <a:spLocks noGrp="1"/>
          </p:cNvSpPr>
          <p:nvPr>
            <p:ph type="pic" sz="quarter" idx="13" hasCustomPrompt="1"/>
          </p:nvPr>
        </p:nvSpPr>
        <p:spPr>
          <a:xfrm>
            <a:off x="341522" y="342902"/>
            <a:ext cx="6249778" cy="6172343"/>
          </a:xfrm>
          <a:custGeom>
            <a:avLst/>
            <a:gdLst>
              <a:gd name="connsiteX0" fmla="*/ 258473 w 6249778"/>
              <a:gd name="connsiteY0" fmla="*/ 0 h 6172343"/>
              <a:gd name="connsiteX1" fmla="*/ 5991306 w 6249778"/>
              <a:gd name="connsiteY1" fmla="*/ 0 h 6172343"/>
              <a:gd name="connsiteX2" fmla="*/ 6249778 w 6249778"/>
              <a:gd name="connsiteY2" fmla="*/ 257942 h 6172343"/>
              <a:gd name="connsiteX3" fmla="*/ 6249778 w 6249778"/>
              <a:gd name="connsiteY3" fmla="*/ 5914401 h 6172343"/>
              <a:gd name="connsiteX4" fmla="*/ 5991306 w 6249778"/>
              <a:gd name="connsiteY4" fmla="*/ 6172343 h 6172343"/>
              <a:gd name="connsiteX5" fmla="*/ 258473 w 6249778"/>
              <a:gd name="connsiteY5" fmla="*/ 6172343 h 6172343"/>
              <a:gd name="connsiteX6" fmla="*/ 0 w 6249778"/>
              <a:gd name="connsiteY6" fmla="*/ 5914401 h 6172343"/>
              <a:gd name="connsiteX7" fmla="*/ 0 w 6249778"/>
              <a:gd name="connsiteY7" fmla="*/ 257942 h 6172343"/>
              <a:gd name="connsiteX8" fmla="*/ 258473 w 6249778"/>
              <a:gd name="connsiteY8" fmla="*/ 0 h 617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778" h="6172343">
                <a:moveTo>
                  <a:pt x="258473" y="0"/>
                </a:moveTo>
                <a:lnTo>
                  <a:pt x="5991306" y="0"/>
                </a:lnTo>
                <a:cubicBezTo>
                  <a:pt x="6134057" y="0"/>
                  <a:pt x="6249778" y="115484"/>
                  <a:pt x="6249778" y="257942"/>
                </a:cubicBezTo>
                <a:lnTo>
                  <a:pt x="6249778" y="5914401"/>
                </a:lnTo>
                <a:cubicBezTo>
                  <a:pt x="6249778" y="6056859"/>
                  <a:pt x="6134057" y="6172343"/>
                  <a:pt x="5991306" y="6172343"/>
                </a:cubicBezTo>
                <a:lnTo>
                  <a:pt x="258473" y="6172343"/>
                </a:lnTo>
                <a:cubicBezTo>
                  <a:pt x="115722" y="6172343"/>
                  <a:pt x="0" y="6056859"/>
                  <a:pt x="0" y="5914401"/>
                </a:cubicBezTo>
                <a:lnTo>
                  <a:pt x="0" y="257942"/>
                </a:lnTo>
                <a:cubicBezTo>
                  <a:pt x="0" y="115484"/>
                  <a:pt x="115722" y="0"/>
                  <a:pt x="258473"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1380744"/>
            <a:ext cx="4389120"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CFE97D-4F8B-4270-9223-9617008B9FA3}"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8538207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320040"/>
            <a:ext cx="4573413" cy="93268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6" y="1380744"/>
            <a:ext cx="4573413"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E1B1D5C-1F84-4585-9043-549E87BD77AE}" type="datetime1">
              <a:rPr lang="en-US" smtClean="0"/>
              <a:t>2/28/2026</a:t>
            </a:fld>
            <a:endParaRPr lang="en-US"/>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737594" y="342900"/>
            <a:ext cx="6111507" cy="6172338"/>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22513807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21040" y="603504"/>
            <a:ext cx="3401568" cy="1527048"/>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42900" y="342901"/>
            <a:ext cx="7391400"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21040"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1EB90F8-5A2D-4795-872B-662FE96339B2}"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47110406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3401568" cy="1527048"/>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4502843" y="342901"/>
            <a:ext cx="7346257"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29768"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9A22F9C2-5647-4E58-BE9B-A16834D13FE3}"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7760308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1078992"/>
            <a:ext cx="3273552" cy="1947672"/>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42900" y="342901"/>
            <a:ext cx="7391400"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3099816"/>
            <a:ext cx="3273552" cy="2953512"/>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9B124E6D-88B1-474F-9E7C-C29F02FACC38}"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5801663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Content Photo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2" y="5111854"/>
            <a:ext cx="3739279" cy="1389888"/>
          </a:xfrm>
        </p:spPr>
        <p:txBody>
          <a:bodyPr anchor="t">
            <a:normAutofit/>
          </a:bodyPr>
          <a:lstStyle>
            <a:lvl1pPr>
              <a:defRPr sz="3200"/>
            </a:lvl1pPr>
          </a:lstStyle>
          <a:p>
            <a:r>
              <a:rPr lang="en-US" dirty="0"/>
              <a:t>Click to edit Master title style</a:t>
            </a:r>
          </a:p>
        </p:txBody>
      </p:sp>
      <p:sp>
        <p:nvSpPr>
          <p:cNvPr id="19" name="Picture Placeholder 17">
            <a:extLst>
              <a:ext uri="{FF2B5EF4-FFF2-40B4-BE49-F238E27FC236}">
                <a16:creationId xmlns:a16="http://schemas.microsoft.com/office/drawing/2014/main" id="{D5837EDE-723C-6CF6-EB95-3AEDA1F07E9E}"/>
              </a:ext>
            </a:extLst>
          </p:cNvPr>
          <p:cNvSpPr>
            <a:spLocks noGrp="1"/>
          </p:cNvSpPr>
          <p:nvPr>
            <p:ph type="pic" sz="quarter" idx="15" hasCustomPrompt="1"/>
          </p:nvPr>
        </p:nvSpPr>
        <p:spPr>
          <a:xfrm>
            <a:off x="339373" y="320043"/>
            <a:ext cx="11509730" cy="4404825"/>
          </a:xfrm>
          <a:custGeom>
            <a:avLst/>
            <a:gdLst>
              <a:gd name="connsiteX0" fmla="*/ 299132 w 11509730"/>
              <a:gd name="connsiteY0" fmla="*/ 0 h 4404825"/>
              <a:gd name="connsiteX1" fmla="*/ 11210598 w 11509730"/>
              <a:gd name="connsiteY1" fmla="*/ 0 h 4404825"/>
              <a:gd name="connsiteX2" fmla="*/ 11509730 w 11509730"/>
              <a:gd name="connsiteY2" fmla="*/ 299132 h 4404825"/>
              <a:gd name="connsiteX3" fmla="*/ 11509730 w 11509730"/>
              <a:gd name="connsiteY3" fmla="*/ 4105693 h 4404825"/>
              <a:gd name="connsiteX4" fmla="*/ 11210598 w 11509730"/>
              <a:gd name="connsiteY4" fmla="*/ 4404825 h 4404825"/>
              <a:gd name="connsiteX5" fmla="*/ 299132 w 11509730"/>
              <a:gd name="connsiteY5" fmla="*/ 4404825 h 4404825"/>
              <a:gd name="connsiteX6" fmla="*/ 0 w 11509730"/>
              <a:gd name="connsiteY6" fmla="*/ 4105693 h 4404825"/>
              <a:gd name="connsiteX7" fmla="*/ 0 w 11509730"/>
              <a:gd name="connsiteY7" fmla="*/ 299132 h 4404825"/>
              <a:gd name="connsiteX8" fmla="*/ 299132 w 11509730"/>
              <a:gd name="connsiteY8" fmla="*/ 0 h 440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4404825">
                <a:moveTo>
                  <a:pt x="299132" y="0"/>
                </a:moveTo>
                <a:lnTo>
                  <a:pt x="11210598" y="0"/>
                </a:lnTo>
                <a:cubicBezTo>
                  <a:pt x="11375804" y="0"/>
                  <a:pt x="11509730" y="133926"/>
                  <a:pt x="11509730" y="299132"/>
                </a:cubicBezTo>
                <a:lnTo>
                  <a:pt x="11509730" y="4105693"/>
                </a:lnTo>
                <a:cubicBezTo>
                  <a:pt x="11509730" y="4270899"/>
                  <a:pt x="11375804" y="4404825"/>
                  <a:pt x="11210598" y="4404825"/>
                </a:cubicBezTo>
                <a:lnTo>
                  <a:pt x="299132" y="4404825"/>
                </a:lnTo>
                <a:cubicBezTo>
                  <a:pt x="133926" y="4404825"/>
                  <a:pt x="0" y="4270899"/>
                  <a:pt x="0" y="4105693"/>
                </a:cubicBezTo>
                <a:lnTo>
                  <a:pt x="0" y="299132"/>
                </a:lnTo>
                <a:cubicBezTo>
                  <a:pt x="0" y="133926"/>
                  <a:pt x="133926" y="0"/>
                  <a:pt x="299132"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0D21C7E-4348-443E-B7C8-EE213DFF1CB1}" type="datetime1">
              <a:rPr lang="en-US" smtClean="0"/>
              <a:t>2/28/2026</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51928" y="5111854"/>
            <a:ext cx="6400800" cy="1389888"/>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43633943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Content Photo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dirty="0"/>
              <a:t>Click to edit Master title style</a:t>
            </a:r>
          </a:p>
        </p:txBody>
      </p:sp>
      <p:sp>
        <p:nvSpPr>
          <p:cNvPr id="9" name="Picture Placeholder 8">
            <a:extLst>
              <a:ext uri="{FF2B5EF4-FFF2-40B4-BE49-F238E27FC236}">
                <a16:creationId xmlns:a16="http://schemas.microsoft.com/office/drawing/2014/main" id="{1BCE7E7D-ED4A-B625-6CB8-4D71682F63D4}"/>
              </a:ext>
            </a:extLst>
          </p:cNvPr>
          <p:cNvSpPr>
            <a:spLocks noGrp="1"/>
          </p:cNvSpPr>
          <p:nvPr>
            <p:ph type="pic" sz="quarter" idx="13" hasCustomPrompt="1"/>
          </p:nvPr>
        </p:nvSpPr>
        <p:spPr>
          <a:xfrm>
            <a:off x="339373" y="320042"/>
            <a:ext cx="11509730" cy="3458229"/>
          </a:xfrm>
          <a:custGeom>
            <a:avLst/>
            <a:gdLst>
              <a:gd name="connsiteX0" fmla="*/ 351529 w 11509730"/>
              <a:gd name="connsiteY0" fmla="*/ 0 h 3458229"/>
              <a:gd name="connsiteX1" fmla="*/ 11158201 w 11509730"/>
              <a:gd name="connsiteY1" fmla="*/ 0 h 3458229"/>
              <a:gd name="connsiteX2" fmla="*/ 11509730 w 11509730"/>
              <a:gd name="connsiteY2" fmla="*/ 351529 h 3458229"/>
              <a:gd name="connsiteX3" fmla="*/ 11509730 w 11509730"/>
              <a:gd name="connsiteY3" fmla="*/ 3106700 h 3458229"/>
              <a:gd name="connsiteX4" fmla="*/ 11158201 w 11509730"/>
              <a:gd name="connsiteY4" fmla="*/ 3458229 h 3458229"/>
              <a:gd name="connsiteX5" fmla="*/ 351529 w 11509730"/>
              <a:gd name="connsiteY5" fmla="*/ 3458229 h 3458229"/>
              <a:gd name="connsiteX6" fmla="*/ 0 w 11509730"/>
              <a:gd name="connsiteY6" fmla="*/ 3106700 h 3458229"/>
              <a:gd name="connsiteX7" fmla="*/ 0 w 11509730"/>
              <a:gd name="connsiteY7" fmla="*/ 351529 h 3458229"/>
              <a:gd name="connsiteX8" fmla="*/ 351529 w 11509730"/>
              <a:gd name="connsiteY8" fmla="*/ 0 h 3458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3458229">
                <a:moveTo>
                  <a:pt x="351529" y="0"/>
                </a:moveTo>
                <a:lnTo>
                  <a:pt x="11158201" y="0"/>
                </a:lnTo>
                <a:cubicBezTo>
                  <a:pt x="11352345" y="0"/>
                  <a:pt x="11509730" y="157385"/>
                  <a:pt x="11509730" y="351529"/>
                </a:cubicBezTo>
                <a:lnTo>
                  <a:pt x="11509730" y="3106700"/>
                </a:lnTo>
                <a:cubicBezTo>
                  <a:pt x="11509730" y="3300844"/>
                  <a:pt x="11352345" y="3458229"/>
                  <a:pt x="11158201" y="3458229"/>
                </a:cubicBezTo>
                <a:lnTo>
                  <a:pt x="351529" y="3458229"/>
                </a:lnTo>
                <a:cubicBezTo>
                  <a:pt x="157385" y="3458229"/>
                  <a:pt x="0" y="3300844"/>
                  <a:pt x="0" y="3106700"/>
                </a:cubicBezTo>
                <a:lnTo>
                  <a:pt x="0" y="351529"/>
                </a:lnTo>
                <a:cubicBezTo>
                  <a:pt x="0" y="157385"/>
                  <a:pt x="157385" y="0"/>
                  <a:pt x="35152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5E2BB8D-1BA0-4790-987D-651470CA8928}" type="datetime1">
              <a:rPr lang="en-US" smtClean="0"/>
              <a:t>2/28/2026</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44758348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Content Photo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61425"/>
            <a:ext cx="2953618" cy="1892808"/>
          </a:xfrm>
        </p:spPr>
        <p:txBody>
          <a:bodyPr anchor="t">
            <a:normAutofit/>
          </a:bodyPr>
          <a:lstStyle>
            <a:lvl1pPr>
              <a:defRPr sz="3200"/>
            </a:lvl1pPr>
          </a:lstStyle>
          <a:p>
            <a:r>
              <a:rPr lang="en-US"/>
              <a:t>Click to edit Master title style</a:t>
            </a:r>
          </a:p>
        </p:txBody>
      </p:sp>
      <p:sp>
        <p:nvSpPr>
          <p:cNvPr id="9" name="Picture Placeholder 8">
            <a:extLst>
              <a:ext uri="{FF2B5EF4-FFF2-40B4-BE49-F238E27FC236}">
                <a16:creationId xmlns:a16="http://schemas.microsoft.com/office/drawing/2014/main" id="{86A25225-80A2-7139-2A81-39CA926639FF}"/>
              </a:ext>
            </a:extLst>
          </p:cNvPr>
          <p:cNvSpPr>
            <a:spLocks noGrp="1"/>
          </p:cNvSpPr>
          <p:nvPr>
            <p:ph type="pic" sz="quarter" idx="13" hasCustomPrompt="1"/>
          </p:nvPr>
        </p:nvSpPr>
        <p:spPr>
          <a:xfrm>
            <a:off x="339373" y="3067414"/>
            <a:ext cx="11509730" cy="3458229"/>
          </a:xfrm>
          <a:custGeom>
            <a:avLst/>
            <a:gdLst>
              <a:gd name="connsiteX0" fmla="*/ 351529 w 11509730"/>
              <a:gd name="connsiteY0" fmla="*/ 0 h 3458229"/>
              <a:gd name="connsiteX1" fmla="*/ 11158201 w 11509730"/>
              <a:gd name="connsiteY1" fmla="*/ 0 h 3458229"/>
              <a:gd name="connsiteX2" fmla="*/ 11509730 w 11509730"/>
              <a:gd name="connsiteY2" fmla="*/ 351529 h 3458229"/>
              <a:gd name="connsiteX3" fmla="*/ 11509730 w 11509730"/>
              <a:gd name="connsiteY3" fmla="*/ 3106700 h 3458229"/>
              <a:gd name="connsiteX4" fmla="*/ 11158201 w 11509730"/>
              <a:gd name="connsiteY4" fmla="*/ 3458229 h 3458229"/>
              <a:gd name="connsiteX5" fmla="*/ 351529 w 11509730"/>
              <a:gd name="connsiteY5" fmla="*/ 3458229 h 3458229"/>
              <a:gd name="connsiteX6" fmla="*/ 0 w 11509730"/>
              <a:gd name="connsiteY6" fmla="*/ 3106700 h 3458229"/>
              <a:gd name="connsiteX7" fmla="*/ 0 w 11509730"/>
              <a:gd name="connsiteY7" fmla="*/ 351529 h 3458229"/>
              <a:gd name="connsiteX8" fmla="*/ 351529 w 11509730"/>
              <a:gd name="connsiteY8" fmla="*/ 0 h 3458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3458229">
                <a:moveTo>
                  <a:pt x="351529" y="0"/>
                </a:moveTo>
                <a:lnTo>
                  <a:pt x="11158201" y="0"/>
                </a:lnTo>
                <a:cubicBezTo>
                  <a:pt x="11352345" y="0"/>
                  <a:pt x="11509730" y="157385"/>
                  <a:pt x="11509730" y="351529"/>
                </a:cubicBezTo>
                <a:lnTo>
                  <a:pt x="11509730" y="3106700"/>
                </a:lnTo>
                <a:cubicBezTo>
                  <a:pt x="11509730" y="3300844"/>
                  <a:pt x="11352345" y="3458229"/>
                  <a:pt x="11158201" y="3458229"/>
                </a:cubicBezTo>
                <a:lnTo>
                  <a:pt x="351529" y="3458229"/>
                </a:lnTo>
                <a:cubicBezTo>
                  <a:pt x="157385" y="3458229"/>
                  <a:pt x="0" y="3300844"/>
                  <a:pt x="0" y="3106700"/>
                </a:cubicBezTo>
                <a:lnTo>
                  <a:pt x="0" y="351529"/>
                </a:lnTo>
                <a:cubicBezTo>
                  <a:pt x="0" y="157385"/>
                  <a:pt x="157385" y="0"/>
                  <a:pt x="35152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6519672"/>
            <a:ext cx="3494314" cy="338328"/>
          </a:xfrm>
        </p:spPr>
        <p:txBody>
          <a:bodyPr/>
          <a:lstStyle/>
          <a:p>
            <a:fld id="{48CD4B21-9C97-4358-8E22-9F49A31BDF6B}" type="datetime1">
              <a:rPr lang="en-US" smtClean="0"/>
              <a:t>2/28/2026</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61425"/>
            <a:ext cx="7772400" cy="2240280"/>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6519672"/>
            <a:ext cx="2805405" cy="338328"/>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6519672"/>
            <a:ext cx="429207" cy="338328"/>
          </a:xfrm>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1904916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Content Photo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11155680" cy="970463"/>
          </a:xfrm>
        </p:spPr>
        <p:txBody>
          <a:bodyPr anchor="ctr"/>
          <a:lstStyle/>
          <a:p>
            <a:r>
              <a:rPr lang="en-US" dirty="0"/>
              <a:t>Click to edit Master title style</a:t>
            </a:r>
          </a:p>
        </p:txBody>
      </p:sp>
      <p:sp>
        <p:nvSpPr>
          <p:cNvPr id="10" name="Picture Placeholder 9">
            <a:extLst>
              <a:ext uri="{FF2B5EF4-FFF2-40B4-BE49-F238E27FC236}">
                <a16:creationId xmlns:a16="http://schemas.microsoft.com/office/drawing/2014/main" id="{45F6FDB5-F783-3538-287C-754C11C30975}"/>
              </a:ext>
            </a:extLst>
          </p:cNvPr>
          <p:cNvSpPr>
            <a:spLocks noGrp="1"/>
          </p:cNvSpPr>
          <p:nvPr>
            <p:ph type="pic" sz="quarter" idx="13" hasCustomPrompt="1"/>
          </p:nvPr>
        </p:nvSpPr>
        <p:spPr>
          <a:xfrm>
            <a:off x="429768" y="1828800"/>
            <a:ext cx="6176399" cy="4425696"/>
          </a:xfrm>
          <a:custGeom>
            <a:avLst/>
            <a:gdLst>
              <a:gd name="connsiteX0" fmla="*/ 325421 w 6450717"/>
              <a:gd name="connsiteY0" fmla="*/ 0 h 4425696"/>
              <a:gd name="connsiteX1" fmla="*/ 6125296 w 6450717"/>
              <a:gd name="connsiteY1" fmla="*/ 0 h 4425696"/>
              <a:gd name="connsiteX2" fmla="*/ 6450717 w 6450717"/>
              <a:gd name="connsiteY2" fmla="*/ 325421 h 4425696"/>
              <a:gd name="connsiteX3" fmla="*/ 6450717 w 6450717"/>
              <a:gd name="connsiteY3" fmla="*/ 4100275 h 4425696"/>
              <a:gd name="connsiteX4" fmla="*/ 6125296 w 6450717"/>
              <a:gd name="connsiteY4" fmla="*/ 4425696 h 4425696"/>
              <a:gd name="connsiteX5" fmla="*/ 325421 w 6450717"/>
              <a:gd name="connsiteY5" fmla="*/ 4425696 h 4425696"/>
              <a:gd name="connsiteX6" fmla="*/ 0 w 6450717"/>
              <a:gd name="connsiteY6" fmla="*/ 4100275 h 4425696"/>
              <a:gd name="connsiteX7" fmla="*/ 0 w 6450717"/>
              <a:gd name="connsiteY7" fmla="*/ 325421 h 4425696"/>
              <a:gd name="connsiteX8" fmla="*/ 325421 w 6450717"/>
              <a:gd name="connsiteY8" fmla="*/ 0 h 4425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50717" h="4425696">
                <a:moveTo>
                  <a:pt x="325421" y="0"/>
                </a:moveTo>
                <a:lnTo>
                  <a:pt x="6125296" y="0"/>
                </a:lnTo>
                <a:cubicBezTo>
                  <a:pt x="6305021" y="0"/>
                  <a:pt x="6450717" y="145696"/>
                  <a:pt x="6450717" y="325421"/>
                </a:cubicBezTo>
                <a:lnTo>
                  <a:pt x="6450717" y="4100275"/>
                </a:lnTo>
                <a:cubicBezTo>
                  <a:pt x="6450717" y="4280000"/>
                  <a:pt x="6305021" y="4425696"/>
                  <a:pt x="6125296" y="4425696"/>
                </a:cubicBezTo>
                <a:lnTo>
                  <a:pt x="325421" y="4425696"/>
                </a:lnTo>
                <a:cubicBezTo>
                  <a:pt x="145696" y="4425696"/>
                  <a:pt x="0" y="4280000"/>
                  <a:pt x="0" y="4100275"/>
                </a:cubicBezTo>
                <a:lnTo>
                  <a:pt x="0" y="325421"/>
                </a:lnTo>
                <a:cubicBezTo>
                  <a:pt x="0" y="145696"/>
                  <a:pt x="145696" y="0"/>
                  <a:pt x="325421"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87768" y="1828800"/>
            <a:ext cx="4297680" cy="442887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B98FABC-5F70-4DE9-8A42-1DE3D93319BF}"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16686579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Photo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39"/>
            <a:ext cx="4855464" cy="1453896"/>
          </a:xfrm>
        </p:spPr>
        <p:txBody>
          <a:bodyPr anchor="t"/>
          <a:lstStyle/>
          <a:p>
            <a:r>
              <a:rPr lang="en-US" dirty="0"/>
              <a:t>Click to edit Master title style</a:t>
            </a:r>
          </a:p>
        </p:txBody>
      </p:sp>
      <p:sp>
        <p:nvSpPr>
          <p:cNvPr id="9" name="Picture Placeholder 8">
            <a:extLst>
              <a:ext uri="{FF2B5EF4-FFF2-40B4-BE49-F238E27FC236}">
                <a16:creationId xmlns:a16="http://schemas.microsoft.com/office/drawing/2014/main" id="{F5F2F272-6D18-7E06-3E9A-D10C5C502195}"/>
              </a:ext>
            </a:extLst>
          </p:cNvPr>
          <p:cNvSpPr>
            <a:spLocks noGrp="1"/>
          </p:cNvSpPr>
          <p:nvPr>
            <p:ph type="pic" sz="quarter" idx="13" hasCustomPrompt="1"/>
          </p:nvPr>
        </p:nvSpPr>
        <p:spPr>
          <a:xfrm>
            <a:off x="510075" y="2293496"/>
            <a:ext cx="4775158" cy="4039043"/>
          </a:xfrm>
          <a:custGeom>
            <a:avLst/>
            <a:gdLst>
              <a:gd name="connsiteX0" fmla="*/ 305917 w 4855463"/>
              <a:gd name="connsiteY0" fmla="*/ 0 h 4039043"/>
              <a:gd name="connsiteX1" fmla="*/ 4549547 w 4855463"/>
              <a:gd name="connsiteY1" fmla="*/ 0 h 4039043"/>
              <a:gd name="connsiteX2" fmla="*/ 4849249 w 4855463"/>
              <a:gd name="connsiteY2" fmla="*/ 244264 h 4039043"/>
              <a:gd name="connsiteX3" fmla="*/ 4855463 w 4855463"/>
              <a:gd name="connsiteY3" fmla="*/ 305907 h 4039043"/>
              <a:gd name="connsiteX4" fmla="*/ 4855463 w 4855463"/>
              <a:gd name="connsiteY4" fmla="*/ 3733136 h 4039043"/>
              <a:gd name="connsiteX5" fmla="*/ 4849249 w 4855463"/>
              <a:gd name="connsiteY5" fmla="*/ 3794779 h 4039043"/>
              <a:gd name="connsiteX6" fmla="*/ 4549547 w 4855463"/>
              <a:gd name="connsiteY6" fmla="*/ 4039043 h 4039043"/>
              <a:gd name="connsiteX7" fmla="*/ 305917 w 4855463"/>
              <a:gd name="connsiteY7" fmla="*/ 4039043 h 4039043"/>
              <a:gd name="connsiteX8" fmla="*/ 0 w 4855463"/>
              <a:gd name="connsiteY8" fmla="*/ 3733126 h 4039043"/>
              <a:gd name="connsiteX9" fmla="*/ 0 w 4855463"/>
              <a:gd name="connsiteY9" fmla="*/ 305917 h 4039043"/>
              <a:gd name="connsiteX10" fmla="*/ 305917 w 4855463"/>
              <a:gd name="connsiteY10" fmla="*/ 0 h 4039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5463" h="4039043">
                <a:moveTo>
                  <a:pt x="305917" y="0"/>
                </a:moveTo>
                <a:lnTo>
                  <a:pt x="4549547" y="0"/>
                </a:lnTo>
                <a:cubicBezTo>
                  <a:pt x="4697381" y="0"/>
                  <a:pt x="4820723" y="104863"/>
                  <a:pt x="4849249" y="244264"/>
                </a:cubicBezTo>
                <a:lnTo>
                  <a:pt x="4855463" y="305907"/>
                </a:lnTo>
                <a:lnTo>
                  <a:pt x="4855463" y="3733136"/>
                </a:lnTo>
                <a:lnTo>
                  <a:pt x="4849249" y="3794779"/>
                </a:lnTo>
                <a:cubicBezTo>
                  <a:pt x="4820723" y="3934180"/>
                  <a:pt x="4697381" y="4039043"/>
                  <a:pt x="4549547" y="4039043"/>
                </a:cubicBezTo>
                <a:lnTo>
                  <a:pt x="305917" y="4039043"/>
                </a:lnTo>
                <a:cubicBezTo>
                  <a:pt x="136964" y="4039043"/>
                  <a:pt x="0" y="3902079"/>
                  <a:pt x="0" y="3733126"/>
                </a:cubicBezTo>
                <a:lnTo>
                  <a:pt x="0" y="305917"/>
                </a:lnTo>
                <a:cubicBezTo>
                  <a:pt x="0" y="136964"/>
                  <a:pt x="136964" y="0"/>
                  <a:pt x="305917"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732AAB-0859-49C5-9F81-D3744B520913}"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196853417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Content Photo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50218"/>
            <a:ext cx="3827439" cy="1453896"/>
          </a:xfrm>
        </p:spPr>
        <p:txBody>
          <a:bodyPr anchor="t">
            <a:normAutofit/>
          </a:bodyPr>
          <a:lstStyle>
            <a:lvl1pPr>
              <a:defRPr sz="3200"/>
            </a:lvl1pPr>
          </a:lstStyle>
          <a:p>
            <a:r>
              <a:rPr lang="en-US" dirty="0"/>
              <a:t>Click to edit Master title style</a:t>
            </a:r>
          </a:p>
        </p:txBody>
      </p:sp>
      <p:sp>
        <p:nvSpPr>
          <p:cNvPr id="12" name="Picture Placeholder 11">
            <a:extLst>
              <a:ext uri="{FF2B5EF4-FFF2-40B4-BE49-F238E27FC236}">
                <a16:creationId xmlns:a16="http://schemas.microsoft.com/office/drawing/2014/main" id="{14639E5C-EF58-65A1-C364-F58DE761581C}"/>
              </a:ext>
            </a:extLst>
          </p:cNvPr>
          <p:cNvSpPr>
            <a:spLocks noGrp="1"/>
          </p:cNvSpPr>
          <p:nvPr>
            <p:ph type="pic" sz="quarter" idx="13" hasCustomPrompt="1"/>
          </p:nvPr>
        </p:nvSpPr>
        <p:spPr>
          <a:xfrm>
            <a:off x="510075" y="2293494"/>
            <a:ext cx="3666744" cy="4039044"/>
          </a:xfrm>
          <a:custGeom>
            <a:avLst/>
            <a:gdLst>
              <a:gd name="connsiteX0" fmla="*/ 292716 w 3666744"/>
              <a:gd name="connsiteY0" fmla="*/ 0 h 4039044"/>
              <a:gd name="connsiteX1" fmla="*/ 3374028 w 3666744"/>
              <a:gd name="connsiteY1" fmla="*/ 0 h 4039044"/>
              <a:gd name="connsiteX2" fmla="*/ 3666744 w 3666744"/>
              <a:gd name="connsiteY2" fmla="*/ 292716 h 4039044"/>
              <a:gd name="connsiteX3" fmla="*/ 3666744 w 3666744"/>
              <a:gd name="connsiteY3" fmla="*/ 3746328 h 4039044"/>
              <a:gd name="connsiteX4" fmla="*/ 3374028 w 3666744"/>
              <a:gd name="connsiteY4" fmla="*/ 4039044 h 4039044"/>
              <a:gd name="connsiteX5" fmla="*/ 292716 w 3666744"/>
              <a:gd name="connsiteY5" fmla="*/ 4039044 h 4039044"/>
              <a:gd name="connsiteX6" fmla="*/ 0 w 3666744"/>
              <a:gd name="connsiteY6" fmla="*/ 3746328 h 4039044"/>
              <a:gd name="connsiteX7" fmla="*/ 0 w 3666744"/>
              <a:gd name="connsiteY7" fmla="*/ 292716 h 4039044"/>
              <a:gd name="connsiteX8" fmla="*/ 292716 w 3666744"/>
              <a:gd name="connsiteY8" fmla="*/ 0 h 40390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66744" h="4039044">
                <a:moveTo>
                  <a:pt x="292716" y="0"/>
                </a:moveTo>
                <a:lnTo>
                  <a:pt x="3374028" y="0"/>
                </a:lnTo>
                <a:cubicBezTo>
                  <a:pt x="3535691" y="0"/>
                  <a:pt x="3666744" y="131053"/>
                  <a:pt x="3666744" y="292716"/>
                </a:cubicBezTo>
                <a:lnTo>
                  <a:pt x="3666744" y="3746328"/>
                </a:lnTo>
                <a:cubicBezTo>
                  <a:pt x="3666744" y="3907991"/>
                  <a:pt x="3535691" y="4039044"/>
                  <a:pt x="3374028" y="4039044"/>
                </a:cubicBezTo>
                <a:lnTo>
                  <a:pt x="292716" y="4039044"/>
                </a:lnTo>
                <a:cubicBezTo>
                  <a:pt x="131053" y="4039044"/>
                  <a:pt x="0" y="3907991"/>
                  <a:pt x="0" y="3746328"/>
                </a:cubicBezTo>
                <a:lnTo>
                  <a:pt x="0" y="292716"/>
                </a:lnTo>
                <a:cubicBezTo>
                  <a:pt x="0" y="131053"/>
                  <a:pt x="131053" y="0"/>
                  <a:pt x="2927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20787" y="549275"/>
            <a:ext cx="6561138" cy="57881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73C0E27-EFA9-4706-B7B3-384BAC09CA5C}"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9472442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493776" y="4992624"/>
            <a:ext cx="11201400" cy="1225296"/>
          </a:xfrm>
        </p:spPr>
        <p:txBody>
          <a:bodyPr anchor="t">
            <a:normAutofit/>
          </a:bodyPr>
          <a:lstStyle>
            <a:lvl1pPr algn="ctr">
              <a:lnSpc>
                <a:spcPct val="120000"/>
              </a:lnSpc>
              <a:defRPr sz="2400">
                <a:solidFill>
                  <a:schemeClr val="tx2">
                    <a:lumMod val="90000"/>
                    <a:lumOff val="10000"/>
                  </a:schemeClr>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44A38527-6BF7-45BD-8E9C-2BDCA53716A3}" type="datetime1">
              <a:rPr lang="en-US" smtClean="0"/>
              <a:t>2/28/2026</a:t>
            </a:fld>
            <a:endParaRPr lang="en-US"/>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493776" y="786384"/>
            <a:ext cx="11201400" cy="4206240"/>
          </a:xfrm>
        </p:spPr>
        <p:txBody>
          <a:bodyPr anchor="b">
            <a:normAutofit/>
          </a:bodyPr>
          <a:lstStyle>
            <a:lvl1pPr marL="0" indent="0" algn="ctr">
              <a:buNone/>
              <a:defRPr sz="27800">
                <a:solidFill>
                  <a:schemeClr val="tx2">
                    <a:lumMod val="90000"/>
                    <a:lumOff val="10000"/>
                  </a:schemeClr>
                </a:solidFill>
              </a:defRPr>
            </a:lvl1pPr>
          </a:lstStyle>
          <a:p>
            <a:pPr lvl="0"/>
            <a:r>
              <a:rPr lang="en-US" dirty="0"/>
              <a:t>##%</a:t>
            </a:r>
          </a:p>
        </p:txBody>
      </p:sp>
    </p:spTree>
    <p:extLst>
      <p:ext uri="{BB962C8B-B14F-4D97-AF65-F5344CB8AC3E}">
        <p14:creationId xmlns:p14="http://schemas.microsoft.com/office/powerpoint/2010/main" val="280021702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493776" y="4992624"/>
            <a:ext cx="11201400" cy="1225296"/>
          </a:xfrm>
        </p:spPr>
        <p:txBody>
          <a:bodyPr anchor="t">
            <a:normAutofit/>
          </a:bodyPr>
          <a:lstStyle>
            <a:lvl1pPr algn="ctr">
              <a:lnSpc>
                <a:spcPct val="120000"/>
              </a:lnSpc>
              <a:defRPr sz="2800">
                <a:solidFill>
                  <a:schemeClr val="tx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FAE2D2C4-0829-4B37-AFA9-97EED5EA275A}" type="datetime1">
              <a:rPr lang="en-US" smtClean="0"/>
              <a:t>2/28/2026</a:t>
            </a:fld>
            <a:endParaRPr lang="en-US"/>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493776" y="786384"/>
            <a:ext cx="11201400" cy="4206240"/>
          </a:xfrm>
        </p:spPr>
        <p:txBody>
          <a:bodyPr anchor="b">
            <a:normAutofit/>
          </a:bodyPr>
          <a:lstStyle>
            <a:lvl1pPr marL="0" indent="0" algn="ctr">
              <a:buNone/>
              <a:defRPr sz="27800">
                <a:solidFill>
                  <a:schemeClr val="tx1"/>
                </a:solidFill>
              </a:defRPr>
            </a:lvl1pPr>
          </a:lstStyle>
          <a:p>
            <a:pPr lvl="0"/>
            <a:r>
              <a:rPr lang="en-US" dirty="0"/>
              <a:t>##%</a:t>
            </a:r>
          </a:p>
        </p:txBody>
      </p:sp>
    </p:spTree>
    <p:extLst>
      <p:ext uri="{BB962C8B-B14F-4D97-AF65-F5344CB8AC3E}">
        <p14:creationId xmlns:p14="http://schemas.microsoft.com/office/powerpoint/2010/main" val="3431479129"/>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Numb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429768" y="4809744"/>
            <a:ext cx="5897880" cy="1353312"/>
          </a:xfrm>
        </p:spPr>
        <p:txBody>
          <a:bodyPr vert="horz" lIns="91440" tIns="45720" rIns="91440" bIns="45720" rtlCol="0" anchor="t">
            <a:normAutofit/>
          </a:bodyPr>
          <a:lstStyle>
            <a:lvl1pPr>
              <a:lnSpc>
                <a:spcPct val="120000"/>
              </a:lnSpc>
              <a:defRPr lang="en-US" sz="2800" dirty="0">
                <a:solidFill>
                  <a:schemeClr val="tx2">
                    <a:lumMod val="90000"/>
                    <a:lumOff val="10000"/>
                  </a:schemeClr>
                </a:solidFill>
              </a:defRPr>
            </a:lvl1pPr>
          </a:lstStyle>
          <a:p>
            <a:pPr lvl="0"/>
            <a:r>
              <a:rPr lang="en-US" dirty="0"/>
              <a:t>Click to edit Master title style</a:t>
            </a:r>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DE13353C-D70D-4D92-85A4-BE6E7FCC2830}" type="datetime1">
              <a:rPr lang="en-US" smtClean="0"/>
              <a:t>2/28/2026</a:t>
            </a:fld>
            <a:endParaRPr lang="en-US"/>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429768" y="603504"/>
            <a:ext cx="11201400" cy="4206240"/>
          </a:xfrm>
        </p:spPr>
        <p:txBody>
          <a:bodyPr vert="horz" lIns="91440" tIns="45720" rIns="91440" bIns="45720" rtlCol="0" anchor="b">
            <a:normAutofit/>
          </a:bodyPr>
          <a:lstStyle>
            <a:lvl1pPr marL="0" indent="0">
              <a:lnSpc>
                <a:spcPct val="90000"/>
              </a:lnSpc>
              <a:spcBef>
                <a:spcPts val="0"/>
              </a:spcBef>
              <a:buNone/>
              <a:defRPr lang="en-US" sz="27800" dirty="0">
                <a:solidFill>
                  <a:schemeClr val="tx2">
                    <a:lumMod val="90000"/>
                    <a:lumOff val="10000"/>
                  </a:schemeClr>
                </a:solidFill>
              </a:defRPr>
            </a:lvl1pPr>
          </a:lstStyle>
          <a:p>
            <a:pPr lvl="0"/>
            <a:r>
              <a:rPr lang="en-US" dirty="0"/>
              <a:t>##%</a:t>
            </a:r>
          </a:p>
        </p:txBody>
      </p:sp>
    </p:spTree>
    <p:extLst>
      <p:ext uri="{BB962C8B-B14F-4D97-AF65-F5344CB8AC3E}">
        <p14:creationId xmlns:p14="http://schemas.microsoft.com/office/powerpoint/2010/main" val="38087542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267622C3-A8C0-4CE4-AFAA-25D23CB3242F}" type="datetime1">
              <a:rPr lang="en-US" smtClean="0"/>
              <a:t>2/28/2026</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lvl1pPr>
            <a:lvl2pPr marL="228600" indent="0">
              <a:lnSpc>
                <a:spcPct val="100000"/>
              </a:lnSpc>
              <a:buNone/>
              <a:defRPr sz="4800" b="1"/>
            </a:lvl2pPr>
            <a:lvl3pPr marL="457200" indent="0">
              <a:lnSpc>
                <a:spcPct val="100000"/>
              </a:lnSpc>
              <a:buNone/>
              <a:defRPr sz="4400" b="1"/>
            </a:lvl3pPr>
            <a:lvl4pPr marL="685800" indent="0">
              <a:lnSpc>
                <a:spcPct val="100000"/>
              </a:lnSpc>
              <a:buNone/>
              <a:defRPr sz="4000" b="1"/>
            </a:lvl4pPr>
            <a:lvl5pPr marL="914400" indent="0">
              <a:lnSpc>
                <a:spcPct val="100000"/>
              </a:lnSpc>
              <a:buNone/>
              <a:defRPr sz="3600" b="1"/>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2905068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CB9B6EAC-4E38-4BC4-964B-55A6571A4EBF}" type="datetime1">
              <a:rPr lang="en-US" smtClean="0"/>
              <a:t>2/28/2026</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1929384"/>
            <a:ext cx="8266176" cy="4142232"/>
          </a:xfrm>
        </p:spPr>
        <p:txBody>
          <a:bodyPr anchor="b">
            <a:norm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3880221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9CB2DDD8-66B1-484C-ABC1-3F6C2E131531}" type="datetime1">
              <a:rPr lang="en-US" smtClean="0"/>
              <a:t>2/28/2026</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8266176" cy="5605272"/>
          </a:xfrm>
        </p:spPr>
        <p:txBody>
          <a:bodyPr anchor="t">
            <a:norm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9413331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636776" y="5276088"/>
            <a:ext cx="9061704" cy="466344"/>
          </a:xfrm>
        </p:spPr>
        <p:txBody>
          <a:bodyPr anchor="t">
            <a:normAutofit/>
          </a:bodyPr>
          <a:lstStyle>
            <a:lvl1pPr>
              <a:lnSpc>
                <a:spcPct val="120000"/>
              </a:lnSpc>
              <a:defRPr sz="2200" b="1">
                <a:solidFill>
                  <a:schemeClr val="tx2">
                    <a:lumMod val="75000"/>
                    <a:lumOff val="25000"/>
                  </a:schemeClr>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499616" y="1828800"/>
            <a:ext cx="9198864" cy="2871216"/>
          </a:xfrm>
        </p:spPr>
        <p:txBody>
          <a:bodyPr anchor="ctr">
            <a:normAutofit/>
          </a:bodyPr>
          <a:lstStyle>
            <a:lvl1pPr marL="137160" indent="-137160">
              <a:lnSpc>
                <a:spcPct val="100000"/>
              </a:lnSpc>
              <a:spcBef>
                <a:spcPts val="0"/>
              </a:spcBef>
              <a:buFont typeface="Arial" panose="020B0604020202020204" pitchFamily="34" charset="0"/>
              <a:buNone/>
              <a:defRPr sz="4000"/>
            </a:lvl1pPr>
          </a:lstStyle>
          <a:p>
            <a:pPr lvl="0"/>
            <a:r>
              <a:rPr lang="en-US" dirty="0"/>
              <a:t>Click to edit Quote</a:t>
            </a:r>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E66CBEC5-37D0-4E5C-8671-D7D2A06BE21B}" type="datetime1">
              <a:rPr lang="en-US" smtClean="0"/>
              <a:t>2/28/2026</a:t>
            </a:fld>
            <a:endParaRPr lang="en-US"/>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70525559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2">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3351F96B-ED98-BF55-D2B0-047000EF48E1}"/>
              </a:ext>
            </a:extLst>
          </p:cNvPr>
          <p:cNvSpPr/>
          <p:nvPr/>
        </p:nvSpPr>
        <p:spPr>
          <a:xfrm>
            <a:off x="806386" y="760151"/>
            <a:ext cx="10579222" cy="5337698"/>
          </a:xfrm>
          <a:prstGeom prst="roundRect">
            <a:avLst>
              <a:gd name="adj" fmla="val 6093"/>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tx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655064" y="2093976"/>
            <a:ext cx="8695944" cy="2130552"/>
          </a:xfrm>
        </p:spPr>
        <p:txBody>
          <a:bodyPr anchor="ctr">
            <a:normAutofit/>
          </a:bodyPr>
          <a:lstStyle>
            <a:lvl1pPr marL="137160" indent="-137160">
              <a:lnSpc>
                <a:spcPct val="100000"/>
              </a:lnSpc>
              <a:spcBef>
                <a:spcPts val="0"/>
              </a:spcBef>
              <a:buFont typeface="Arial" panose="020B0604020202020204" pitchFamily="34" charset="0"/>
              <a:buNone/>
              <a:defRPr sz="3600"/>
            </a:lvl1pPr>
          </a:lstStyle>
          <a:p>
            <a:pPr lvl="0"/>
            <a:r>
              <a:rPr lang="en-US" dirty="0"/>
              <a:t>Click to edit Quote</a:t>
            </a:r>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5246FC37-12B5-4EB9-BB05-B5E210E93FF0}" type="datetime1">
              <a:rPr lang="en-US" smtClean="0"/>
              <a:t>2/28/2026</a:t>
            </a:fld>
            <a:endParaRPr lang="en-US"/>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42320796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598556" y="4965192"/>
            <a:ext cx="9450699" cy="1289304"/>
          </a:xfrm>
        </p:spPr>
        <p:txBody>
          <a:bodyPr anchor="b">
            <a:normAutofit/>
          </a:bodyPr>
          <a:lstStyle>
            <a:lvl1pPr>
              <a:lnSpc>
                <a:spcPct val="120000"/>
              </a:lnSpc>
              <a:defRPr sz="1800" b="1">
                <a:solidFill>
                  <a:schemeClr val="tx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429768" y="438912"/>
            <a:ext cx="9619488" cy="4526280"/>
          </a:xfrm>
        </p:spPr>
        <p:txBody>
          <a:bodyPr anchor="ctr">
            <a:normAutofit/>
          </a:bodyPr>
          <a:lstStyle>
            <a:lvl1pPr marL="164592" indent="-164592">
              <a:lnSpc>
                <a:spcPct val="100000"/>
              </a:lnSpc>
              <a:spcBef>
                <a:spcPts val="0"/>
              </a:spcBef>
              <a:buFont typeface="Arial" panose="020B0604020202020204" pitchFamily="34" charset="0"/>
              <a:buNone/>
              <a:defRPr sz="4800"/>
            </a:lvl1pPr>
          </a:lstStyle>
          <a:p>
            <a:pPr lvl="0"/>
            <a:r>
              <a:rPr lang="en-US" dirty="0"/>
              <a:t>Click to edit Quote</a:t>
            </a:r>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A710F6F3-6829-4CDD-B3A1-8F321E27194A}" type="datetime1">
              <a:rPr lang="en-US" smtClean="0"/>
              <a:t>2/28/2026</a:t>
            </a:fld>
            <a:endParaRPr lang="en-US"/>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80284455"/>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598556" y="4965192"/>
            <a:ext cx="9148947" cy="1289304"/>
          </a:xfrm>
        </p:spPr>
        <p:txBody>
          <a:bodyPr anchor="b">
            <a:normAutofit/>
          </a:bodyPr>
          <a:lstStyle>
            <a:lvl1pPr>
              <a:lnSpc>
                <a:spcPct val="120000"/>
              </a:lnSpc>
              <a:defRPr sz="1800" b="1">
                <a:solidFill>
                  <a:schemeClr val="tx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429768" y="1179576"/>
            <a:ext cx="9317736" cy="3785616"/>
          </a:xfrm>
        </p:spPr>
        <p:txBody>
          <a:bodyPr anchor="b">
            <a:normAutofit/>
          </a:bodyPr>
          <a:lstStyle>
            <a:lvl1pPr marL="164592" indent="-164592">
              <a:lnSpc>
                <a:spcPct val="100000"/>
              </a:lnSpc>
              <a:spcBef>
                <a:spcPts val="0"/>
              </a:spcBef>
              <a:buFont typeface="Arial" panose="020B0604020202020204" pitchFamily="34" charset="0"/>
              <a:buNone/>
              <a:defRPr sz="4800"/>
            </a:lvl1pPr>
          </a:lstStyle>
          <a:p>
            <a:pPr lvl="0"/>
            <a:r>
              <a:rPr lang="en-US" dirty="0"/>
              <a:t>Click to edit Quote</a:t>
            </a:r>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FCA6652C-AA1E-4738-883B-0336FAAA5DB1}" type="datetime1">
              <a:rPr lang="en-US" smtClean="0"/>
              <a:t>2/28/2026</a:t>
            </a:fld>
            <a:endParaRPr lang="en-US"/>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110420546"/>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294248"/>
            <a:ext cx="11164825" cy="958480"/>
          </a:xfrm>
        </p:spPr>
        <p:txBody>
          <a:bodyPr/>
          <a:lstStyle/>
          <a:p>
            <a:r>
              <a:rPr lang="en-US" dirty="0"/>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430213" y="2020825"/>
            <a:ext cx="5211762" cy="4343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381750" y="2020824"/>
            <a:ext cx="5213350" cy="4343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020F56A5-925A-45AB-8491-C696F304662B}"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39290721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29768" y="276166"/>
            <a:ext cx="11164824" cy="97656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29767"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430213" y="2020888"/>
            <a:ext cx="5211762" cy="4343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381750" y="2020888"/>
            <a:ext cx="5213350" cy="4343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2F882B41-9B9A-4653-8E8E-9D57A4983847}" type="datetime1">
              <a:rPr lang="en-US" smtClean="0"/>
              <a:t>2/28/2026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17705312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86C80A14-C874-4C11-943E-4B7AAF73B997}" type="datetime1">
              <a:rPr lang="en-US" smtClean="0"/>
              <a:t>2/28/2026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51717328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59A60914-BFFA-4E5B-B382-06A92C8508A8}" type="datetime1">
              <a:rPr lang="en-US" smtClean="0"/>
              <a:t>2/28/2026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58744255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29768" y="553615"/>
            <a:ext cx="3595634" cy="2212848"/>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29769" y="2823029"/>
            <a:ext cx="3309608" cy="3481355"/>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6995" y="553616"/>
            <a:ext cx="6466741" cy="575256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E6DEE75D-2E4A-469A-9092-8B43711F5315}" type="datetime1">
              <a:rPr lang="en-US" smtClean="0"/>
              <a:t>2/28/2026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41391517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29768" y="557784"/>
            <a:ext cx="3593592" cy="2212313"/>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29767"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12" name="Picture Placeholder 2">
            <a:extLst>
              <a:ext uri="{FF2B5EF4-FFF2-40B4-BE49-F238E27FC236}">
                <a16:creationId xmlns:a16="http://schemas.microsoft.com/office/drawing/2014/main" id="{ADACA751-BBB2-3E33-EA6C-54B4A7F6842B}"/>
              </a:ext>
            </a:extLst>
          </p:cNvPr>
          <p:cNvSpPr>
            <a:spLocks noGrp="1"/>
          </p:cNvSpPr>
          <p:nvPr>
            <p:ph type="pic" idx="1" hasCustomPrompt="1"/>
          </p:nvPr>
        </p:nvSpPr>
        <p:spPr>
          <a:xfrm>
            <a:off x="4502843" y="342901"/>
            <a:ext cx="7346258" cy="6172198"/>
          </a:xfrm>
          <a:custGeom>
            <a:avLst/>
            <a:gdLst>
              <a:gd name="connsiteX0" fmla="*/ 264355 w 6785782"/>
              <a:gd name="connsiteY0" fmla="*/ 0 h 6172198"/>
              <a:gd name="connsiteX1" fmla="*/ 6521427 w 6785782"/>
              <a:gd name="connsiteY1" fmla="*/ 0 h 6172198"/>
              <a:gd name="connsiteX2" fmla="*/ 6785782 w 6785782"/>
              <a:gd name="connsiteY2" fmla="*/ 264355 h 6172198"/>
              <a:gd name="connsiteX3" fmla="*/ 6785782 w 6785782"/>
              <a:gd name="connsiteY3" fmla="*/ 5907843 h 6172198"/>
              <a:gd name="connsiteX4" fmla="*/ 6521427 w 6785782"/>
              <a:gd name="connsiteY4" fmla="*/ 6172198 h 6172198"/>
              <a:gd name="connsiteX5" fmla="*/ 264355 w 6785782"/>
              <a:gd name="connsiteY5" fmla="*/ 6172198 h 6172198"/>
              <a:gd name="connsiteX6" fmla="*/ 0 w 6785782"/>
              <a:gd name="connsiteY6" fmla="*/ 5907843 h 6172198"/>
              <a:gd name="connsiteX7" fmla="*/ 0 w 6785782"/>
              <a:gd name="connsiteY7" fmla="*/ 264355 h 6172198"/>
              <a:gd name="connsiteX8" fmla="*/ 264355 w 6785782"/>
              <a:gd name="connsiteY8" fmla="*/ 0 h 6172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85782" h="6172198">
                <a:moveTo>
                  <a:pt x="264355" y="0"/>
                </a:moveTo>
                <a:lnTo>
                  <a:pt x="6521427" y="0"/>
                </a:lnTo>
                <a:cubicBezTo>
                  <a:pt x="6667426" y="0"/>
                  <a:pt x="6785782" y="118356"/>
                  <a:pt x="6785782" y="264355"/>
                </a:cubicBezTo>
                <a:lnTo>
                  <a:pt x="6785782" y="5907843"/>
                </a:lnTo>
                <a:cubicBezTo>
                  <a:pt x="6785782" y="6053842"/>
                  <a:pt x="6667426" y="6172198"/>
                  <a:pt x="6521427" y="6172198"/>
                </a:cubicBezTo>
                <a:lnTo>
                  <a:pt x="264355" y="6172198"/>
                </a:lnTo>
                <a:cubicBezTo>
                  <a:pt x="118356" y="6172198"/>
                  <a:pt x="0" y="6053842"/>
                  <a:pt x="0" y="5907843"/>
                </a:cubicBezTo>
                <a:lnTo>
                  <a:pt x="0" y="264355"/>
                </a:lnTo>
                <a:cubicBezTo>
                  <a:pt x="0" y="118356"/>
                  <a:pt x="118356" y="0"/>
                  <a:pt x="264355" y="0"/>
                </a:cubicBezTo>
                <a:close/>
              </a:path>
            </a:pathLst>
          </a:custGeom>
          <a:blipFill dpi="0" rotWithShape="1">
            <a:blip r:embed="rId2">
              <a:alphaModFix amt="60000"/>
            </a:blip>
            <a:srcRect/>
            <a:stretch>
              <a:fillRect/>
            </a:stretch>
          </a:blipFill>
        </p:spPr>
        <p:txBody>
          <a:bodyPr wrap="square">
            <a:no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F1E6FD38-01FF-4539-8A35-AB19E4D5C3A7}" type="datetime1">
              <a:rPr lang="en-US" smtClean="0"/>
              <a:t>2/28/2026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3566415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429768"/>
            <a:ext cx="10890374" cy="1627632"/>
          </a:xfrm>
        </p:spPr>
        <p:txBody>
          <a:bodyPr anchor="t">
            <a:norm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429768" y="3264408"/>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E28C5BFC-EF85-4C2B-8809-2F9E7D76A143}"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62453943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27318"/>
            <a:ext cx="7370064" cy="1842020"/>
          </a:xfrm>
        </p:spPr>
        <p:txBody>
          <a:bodyPr anchor="b">
            <a:normAutofit/>
          </a:bodyPr>
          <a:lstStyle>
            <a:lvl1pPr>
              <a:defRPr sz="6000"/>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29768" y="3622673"/>
            <a:ext cx="7370064" cy="223113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48805FF-0F6F-4DB7-B5D6-9BF14E40F716}"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19758111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71587">
              <a:srgbClr val="D7C0B8"/>
            </a:gs>
            <a:gs pos="0">
              <a:srgbClr val="F5F9FF"/>
            </a:gs>
            <a:gs pos="50469">
              <a:srgbClr val="E0D1CD"/>
            </a:gs>
            <a:gs pos="51000">
              <a:srgbClr val="E6F0FF"/>
            </a:gs>
            <a:gs pos="100000">
              <a:schemeClr val="accent1">
                <a:lumMod val="45000"/>
                <a:lumOff val="55000"/>
              </a:schemeClr>
            </a:gs>
            <a:gs pos="100000">
              <a:schemeClr val="accent1">
                <a:lumMod val="30000"/>
                <a:lumOff val="70000"/>
              </a:schemeClr>
            </a:gs>
          </a:gsLst>
          <a:lin ang="4200000" scaled="0"/>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29768" y="283464"/>
            <a:ext cx="10652760" cy="96926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29768" y="1380744"/>
            <a:ext cx="10652760" cy="490118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429768" y="6519672"/>
            <a:ext cx="2843784" cy="338328"/>
          </a:xfrm>
          <a:prstGeom prst="rect">
            <a:avLst/>
          </a:prstGeom>
        </p:spPr>
        <p:txBody>
          <a:bodyPr vert="horz" lIns="91440" tIns="45720" rIns="91440" bIns="45720" rtlCol="0" anchor="ctr"/>
          <a:lstStyle>
            <a:lvl1pPr algn="l">
              <a:defRPr sz="800">
                <a:solidFill>
                  <a:schemeClr val="tx1"/>
                </a:solidFill>
              </a:defRPr>
            </a:lvl1pPr>
          </a:lstStyle>
          <a:p>
            <a:fld id="{E9D380B3-E270-4064-8D13-292A875F6C31}" type="datetime1">
              <a:rPr lang="en-US" smtClean="0"/>
              <a:t>2/28/2026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60536" y="6519672"/>
            <a:ext cx="2642616" cy="338328"/>
          </a:xfrm>
          <a:prstGeom prst="rect">
            <a:avLst/>
          </a:prstGeom>
        </p:spPr>
        <p:txBody>
          <a:bodyPr vert="horz" lIns="91440" tIns="45720" rIns="91440" bIns="45720" rtlCol="0" anchor="ctr"/>
          <a:lstStyle>
            <a:lvl1pPr algn="r">
              <a:defRPr sz="800">
                <a:solidFill>
                  <a:schemeClr val="tx1"/>
                </a:solidFill>
              </a:defRPr>
            </a:lvl1pPr>
          </a:lstStyle>
          <a:p>
            <a:r>
              <a:rPr lang="en-US"/>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75720" y="6519672"/>
            <a:ext cx="457200" cy="338328"/>
          </a:xfrm>
          <a:prstGeom prst="rect">
            <a:avLst/>
          </a:prstGeom>
        </p:spPr>
        <p:txBody>
          <a:bodyPr vert="horz" lIns="91440" tIns="45720" rIns="91440" bIns="45720" rtlCol="0" anchor="ctr"/>
          <a:lstStyle>
            <a:lvl1pPr algn="r">
              <a:defRPr sz="800">
                <a:solidFill>
                  <a:schemeClr val="tx1"/>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1630940347"/>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 id="2147483681" r:id="rId31"/>
    <p:sldLayoutId id="2147483682" r:id="rId32"/>
    <p:sldLayoutId id="2147483683" r:id="rId33"/>
    <p:sldLayoutId id="2147483684" r:id="rId34"/>
    <p:sldLayoutId id="2147483685" r:id="rId35"/>
    <p:sldLayoutId id="2147483686" r:id="rId36"/>
    <p:sldLayoutId id="2147483687" r:id="rId37"/>
    <p:sldLayoutId id="2147483688" r:id="rId38"/>
    <p:sldLayoutId id="2147483689" r:id="rId39"/>
    <p:sldLayoutId id="2147483690" r:id="rId40"/>
    <p:sldLayoutId id="2147483691" r:id="rId41"/>
    <p:sldLayoutId id="2147483692" r:id="rId42"/>
    <p:sldLayoutId id="2147483693" r:id="rId43"/>
    <p:sldLayoutId id="2147483694" r:id="rId44"/>
    <p:sldLayoutId id="2147483695" r:id="rId45"/>
    <p:sldLayoutId id="2147483696" r:id="rId46"/>
    <p:sldLayoutId id="2147483697" r:id="rId47"/>
    <p:sldLayoutId id="2147483698" r:id="rId48"/>
    <p:sldLayoutId id="2147483699" r:id="rId49"/>
    <p:sldLayoutId id="2147483700" r:id="rId50"/>
    <p:sldLayoutId id="2147483701" r:id="rId51"/>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7A552-BC83-9B8D-0C11-7ADBF492F8AC}"/>
              </a:ext>
            </a:extLst>
          </p:cNvPr>
          <p:cNvSpPr>
            <a:spLocks noGrp="1"/>
          </p:cNvSpPr>
          <p:nvPr>
            <p:ph type="ctrTitle"/>
          </p:nvPr>
        </p:nvSpPr>
        <p:spPr>
          <a:xfrm>
            <a:off x="429768" y="347472"/>
            <a:ext cx="7213236" cy="786384"/>
          </a:xfrm>
        </p:spPr>
        <p:txBody>
          <a:bodyPr anchor="b">
            <a:normAutofit/>
          </a:bodyPr>
          <a:lstStyle/>
          <a:p>
            <a:r>
              <a:rPr lang="en-US" dirty="0">
                <a:solidFill>
                  <a:schemeClr val="bg1"/>
                </a:solidFill>
              </a:rPr>
              <a:t>CSS Flexbox &amp; Gird</a:t>
            </a:r>
          </a:p>
        </p:txBody>
      </p:sp>
      <p:sp>
        <p:nvSpPr>
          <p:cNvPr id="7" name="Subtitle 4">
            <a:extLst>
              <a:ext uri="{FF2B5EF4-FFF2-40B4-BE49-F238E27FC236}">
                <a16:creationId xmlns:a16="http://schemas.microsoft.com/office/drawing/2014/main" id="{7EFEE1BE-5E11-6DE7-C743-CA77037D6856}"/>
              </a:ext>
            </a:extLst>
          </p:cNvPr>
          <p:cNvSpPr>
            <a:spLocks noGrp="1"/>
          </p:cNvSpPr>
          <p:nvPr>
            <p:ph type="subTitle" idx="1"/>
          </p:nvPr>
        </p:nvSpPr>
        <p:spPr>
          <a:xfrm>
            <a:off x="2089922" y="1133856"/>
            <a:ext cx="6191437" cy="530352"/>
          </a:xfrm>
        </p:spPr>
        <p:txBody>
          <a:bodyPr>
            <a:normAutofit/>
          </a:bodyPr>
          <a:lstStyle/>
          <a:p>
            <a:r>
              <a:rPr lang="en-US" sz="2400" dirty="0">
                <a:solidFill>
                  <a:schemeClr val="bg1"/>
                </a:solidFill>
              </a:rPr>
              <a:t>Core Layout Concepts &amp; Mental Models</a:t>
            </a:r>
          </a:p>
        </p:txBody>
      </p:sp>
    </p:spTree>
    <p:extLst>
      <p:ext uri="{BB962C8B-B14F-4D97-AF65-F5344CB8AC3E}">
        <p14:creationId xmlns:p14="http://schemas.microsoft.com/office/powerpoint/2010/main" val="18984089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767C2-74E8-E892-B1FB-F0788D262FA5}"/>
              </a:ext>
            </a:extLst>
          </p:cNvPr>
          <p:cNvSpPr>
            <a:spLocks noGrp="1"/>
          </p:cNvSpPr>
          <p:nvPr>
            <p:ph type="title"/>
          </p:nvPr>
        </p:nvSpPr>
        <p:spPr/>
        <p:txBody>
          <a:bodyPr/>
          <a:lstStyle/>
          <a:p>
            <a:r>
              <a:rPr lang="en-US" dirty="0"/>
              <a:t>Disclaimer</a:t>
            </a:r>
          </a:p>
        </p:txBody>
      </p:sp>
      <p:sp>
        <p:nvSpPr>
          <p:cNvPr id="10" name="Rectangle 2">
            <a:extLst>
              <a:ext uri="{FF2B5EF4-FFF2-40B4-BE49-F238E27FC236}">
                <a16:creationId xmlns:a16="http://schemas.microsoft.com/office/drawing/2014/main" id="{B39FDF55-2D7B-6719-DC00-CEA3B26EA864}"/>
              </a:ext>
            </a:extLst>
          </p:cNvPr>
          <p:cNvSpPr>
            <a:spLocks noGrp="1" noChangeArrowheads="1"/>
          </p:cNvSpPr>
          <p:nvPr>
            <p:ph idx="1"/>
          </p:nvPr>
        </p:nvSpPr>
        <p:spPr bwMode="auto">
          <a:xfrm>
            <a:off x="2683116" y="2228670"/>
            <a:ext cx="849142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This presentation and code focus on core layout mechanics.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Examples are simplified to isolate behavior.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The goal is understanding how the properties work</a:t>
            </a:r>
            <a:r>
              <a:rPr kumimoji="0" lang="en-US" altLang="en-US"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42360796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FF0E22-7853-E22A-38FE-C0F8754E1955}"/>
              </a:ext>
            </a:extLst>
          </p:cNvPr>
          <p:cNvSpPr>
            <a:spLocks noGrp="1"/>
          </p:cNvSpPr>
          <p:nvPr>
            <p:ph type="title"/>
          </p:nvPr>
        </p:nvSpPr>
        <p:spPr/>
        <p:txBody>
          <a:bodyPr/>
          <a:lstStyle/>
          <a:p>
            <a:r>
              <a:rPr lang="en-US" dirty="0"/>
              <a:t>Important Architecture Note, Global Properties</a:t>
            </a:r>
          </a:p>
        </p:txBody>
      </p:sp>
      <p:sp>
        <p:nvSpPr>
          <p:cNvPr id="3" name="Content Placeholder 2">
            <a:extLst>
              <a:ext uri="{FF2B5EF4-FFF2-40B4-BE49-F238E27FC236}">
                <a16:creationId xmlns:a16="http://schemas.microsoft.com/office/drawing/2014/main" id="{95F3D142-3D3E-D7CA-63D7-BC2A466E6D1F}"/>
              </a:ext>
            </a:extLst>
          </p:cNvPr>
          <p:cNvSpPr>
            <a:spLocks noGrp="1"/>
          </p:cNvSpPr>
          <p:nvPr>
            <p:ph idx="1"/>
          </p:nvPr>
        </p:nvSpPr>
        <p:spPr>
          <a:xfrm>
            <a:off x="769620" y="1252728"/>
            <a:ext cx="10652760" cy="4901184"/>
          </a:xfrm>
        </p:spPr>
        <p:txBody>
          <a:bodyPr>
            <a:normAutofit/>
          </a:bodyPr>
          <a:lstStyle/>
          <a:p>
            <a:pPr marL="0" indent="0">
              <a:spcBef>
                <a:spcPts val="0"/>
              </a:spcBef>
              <a:buNone/>
            </a:pPr>
            <a:r>
              <a:rPr lang="en-US" sz="2400" dirty="0"/>
              <a:t>Frustration happens when conflicting styles are created and fight for precedence inside the browser. Define global styles </a:t>
            </a:r>
            <a:r>
              <a:rPr lang="en-US" sz="2400" u="sng" dirty="0"/>
              <a:t>first</a:t>
            </a:r>
            <a:r>
              <a:rPr lang="en-US" sz="2400" dirty="0"/>
              <a:t> with purpose.</a:t>
            </a:r>
          </a:p>
          <a:p>
            <a:pPr marL="0" indent="0">
              <a:spcBef>
                <a:spcPts val="0"/>
              </a:spcBef>
              <a:buNone/>
            </a:pPr>
            <a:endParaRPr lang="en-US" sz="2400" dirty="0"/>
          </a:p>
          <a:p>
            <a:pPr marL="0" indent="0">
              <a:spcBef>
                <a:spcPts val="0"/>
              </a:spcBef>
              <a:buNone/>
            </a:pPr>
            <a:r>
              <a:rPr lang="en-US" sz="2400" dirty="0"/>
              <a:t>In </a:t>
            </a:r>
            <a:r>
              <a:rPr lang="en-US" sz="2400" dirty="0" err="1"/>
              <a:t>css</a:t>
            </a:r>
            <a:r>
              <a:rPr lang="en-US" sz="2400" dirty="0"/>
              <a:t>-layout-workshop I have in index.css </a:t>
            </a:r>
            <a:r>
              <a:rPr lang="en-US" sz="2400" b="1" dirty="0"/>
              <a:t>* {box-sizing: border-box;}  </a:t>
            </a:r>
            <a:r>
              <a:rPr lang="en-US" sz="2400" dirty="0"/>
              <a:t>That means I have assigned the property border-box to every class in the app. That is why it’s defined in the slides and not in every class I create. If I don’t want border-box I have to override it. If I have a </a:t>
            </a:r>
            <a:r>
              <a:rPr lang="en-US" sz="2400" dirty="0" err="1"/>
              <a:t>svg</a:t>
            </a:r>
            <a:r>
              <a:rPr lang="en-US" sz="2400" dirty="0"/>
              <a:t> logo, it needs to scale without borders or anything else, so change it</a:t>
            </a:r>
          </a:p>
          <a:p>
            <a:pPr marL="0" indent="0">
              <a:spcBef>
                <a:spcPts val="0"/>
              </a:spcBef>
              <a:buNone/>
            </a:pPr>
            <a:r>
              <a:rPr lang="en-US" sz="2400" dirty="0"/>
              <a:t>to  </a:t>
            </a:r>
            <a:r>
              <a:rPr lang="en-US" sz="2400" b="1" dirty="0"/>
              <a:t>.</a:t>
            </a:r>
            <a:r>
              <a:rPr lang="en-US" sz="2400" b="1" dirty="0" err="1"/>
              <a:t>svgImg</a:t>
            </a:r>
            <a:r>
              <a:rPr lang="en-US" sz="2400" b="1" dirty="0"/>
              <a:t> {box-sizing: content-box}   </a:t>
            </a:r>
            <a:r>
              <a:rPr lang="en-US" sz="2400" dirty="0"/>
              <a:t>for that class.</a:t>
            </a:r>
            <a:endParaRPr lang="en-US" sz="2400" b="1" dirty="0"/>
          </a:p>
        </p:txBody>
      </p:sp>
    </p:spTree>
    <p:extLst>
      <p:ext uri="{BB962C8B-B14F-4D97-AF65-F5344CB8AC3E}">
        <p14:creationId xmlns:p14="http://schemas.microsoft.com/office/powerpoint/2010/main" val="23016568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5F0A0-0663-BC84-89B0-FF3BD9DE9693}"/>
              </a:ext>
            </a:extLst>
          </p:cNvPr>
          <p:cNvSpPr>
            <a:spLocks noGrp="1"/>
          </p:cNvSpPr>
          <p:nvPr>
            <p:ph type="title"/>
          </p:nvPr>
        </p:nvSpPr>
        <p:spPr/>
        <p:txBody>
          <a:bodyPr/>
          <a:lstStyle/>
          <a:p>
            <a:r>
              <a:rPr lang="en-US" dirty="0"/>
              <a:t>Some Key Concepts </a:t>
            </a:r>
          </a:p>
        </p:txBody>
      </p:sp>
      <p:sp>
        <p:nvSpPr>
          <p:cNvPr id="8" name="Rectangle 1">
            <a:extLst>
              <a:ext uri="{FF2B5EF4-FFF2-40B4-BE49-F238E27FC236}">
                <a16:creationId xmlns:a16="http://schemas.microsoft.com/office/drawing/2014/main" id="{D847D859-79E2-9D8E-E79D-F608D362004B}"/>
              </a:ext>
            </a:extLst>
          </p:cNvPr>
          <p:cNvSpPr>
            <a:spLocks noGrp="1" noChangeArrowheads="1"/>
          </p:cNvSpPr>
          <p:nvPr>
            <p:ph idx="1"/>
          </p:nvPr>
        </p:nvSpPr>
        <p:spPr bwMode="auto">
          <a:xfrm>
            <a:off x="1209567" y="2300262"/>
            <a:ext cx="9772866" cy="35394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3600" b="0" i="0" u="none" strike="noStrike" cap="none" normalizeH="0" baseline="0" dirty="0">
                <a:ln>
                  <a:noFill/>
                </a:ln>
                <a:solidFill>
                  <a:schemeClr val="tx1"/>
                </a:solidFill>
                <a:effectLst/>
                <a:latin typeface="Arial" panose="020B0604020202020204" pitchFamily="34" charset="0"/>
              </a:rPr>
              <a:t>Flexbox is </a:t>
            </a:r>
            <a:r>
              <a:rPr kumimoji="0" lang="en-US" altLang="en-US" sz="3600" b="1" i="0" u="none" strike="noStrike" cap="none" normalizeH="0" baseline="0" dirty="0">
                <a:ln>
                  <a:noFill/>
                </a:ln>
                <a:solidFill>
                  <a:schemeClr val="tx1"/>
                </a:solidFill>
                <a:effectLst/>
                <a:latin typeface="Arial" panose="020B0604020202020204" pitchFamily="34" charset="0"/>
              </a:rPr>
              <a:t>one-dimensional</a:t>
            </a:r>
            <a:r>
              <a:rPr kumimoji="0" lang="en-US" altLang="en-US" sz="3600" b="0" i="0" u="none" strike="noStrike" cap="none" normalizeH="0" baseline="0" dirty="0">
                <a:ln>
                  <a:noFill/>
                </a:ln>
                <a:solidFill>
                  <a:schemeClr val="tx1"/>
                </a:solidFill>
                <a:effectLst/>
                <a:latin typeface="Arial" panose="020B0604020202020204" pitchFamily="34" charset="0"/>
              </a:rPr>
              <a:t> (main axis at a time).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justify-content</a:t>
            </a:r>
            <a:r>
              <a:rPr kumimoji="0" lang="en-US" altLang="en-US" sz="2000" b="0" i="0" u="none" strike="noStrike" cap="none" normalizeH="0" baseline="0" dirty="0">
                <a:ln>
                  <a:noFill/>
                </a:ln>
                <a:solidFill>
                  <a:schemeClr val="tx1"/>
                </a:solidFill>
                <a:effectLst/>
              </a:rPr>
              <a:t> aligns along the </a:t>
            </a:r>
            <a:r>
              <a:rPr kumimoji="0" lang="en-US" altLang="en-US" sz="3600" b="1" i="0" u="none" strike="noStrike" cap="none" normalizeH="0" baseline="0" dirty="0">
                <a:ln>
                  <a:noFill/>
                </a:ln>
                <a:solidFill>
                  <a:schemeClr val="tx1"/>
                </a:solidFill>
                <a:effectLst/>
                <a:latin typeface="Arial" panose="020B0604020202020204" pitchFamily="34" charset="0"/>
              </a:rPr>
              <a:t>main axis</a:t>
            </a:r>
            <a:r>
              <a:rPr kumimoji="0" lang="en-US" altLang="en-US" sz="3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align-items</a:t>
            </a:r>
            <a:r>
              <a:rPr kumimoji="0" lang="en-US" altLang="en-US" sz="2000" b="0" i="0" u="none" strike="noStrike" cap="none" normalizeH="0" baseline="0" dirty="0">
                <a:ln>
                  <a:noFill/>
                </a:ln>
                <a:solidFill>
                  <a:schemeClr val="tx1"/>
                </a:solidFill>
                <a:effectLst/>
              </a:rPr>
              <a:t> aligns along the </a:t>
            </a:r>
            <a:r>
              <a:rPr kumimoji="0" lang="en-US" altLang="en-US" sz="3600" b="1" i="0" u="none" strike="noStrike" cap="none" normalizeH="0" baseline="0" dirty="0">
                <a:ln>
                  <a:noFill/>
                </a:ln>
                <a:solidFill>
                  <a:schemeClr val="tx1"/>
                </a:solidFill>
                <a:effectLst/>
                <a:latin typeface="Arial" panose="020B0604020202020204" pitchFamily="34" charset="0"/>
              </a:rPr>
              <a:t>cross axis</a:t>
            </a:r>
            <a:r>
              <a:rPr kumimoji="0" lang="en-US" altLang="en-US" sz="3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flex-grow</a:t>
            </a:r>
            <a:r>
              <a:rPr kumimoji="0" lang="en-US" altLang="en-US" sz="2000" b="0" i="0" u="none" strike="noStrike" cap="none" normalizeH="0" baseline="0" dirty="0">
                <a:ln>
                  <a:noFill/>
                </a:ln>
                <a:solidFill>
                  <a:schemeClr val="tx1"/>
                </a:solidFill>
                <a:effectLst/>
              </a:rPr>
              <a:t> distributes remaining free space.</a:t>
            </a: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flex-shrink</a:t>
            </a:r>
            <a:r>
              <a:rPr kumimoji="0" lang="en-US" altLang="en-US" sz="2000" b="0" i="0" u="none" strike="noStrike" cap="none" normalizeH="0" baseline="0" dirty="0">
                <a:ln>
                  <a:noFill/>
                </a:ln>
                <a:solidFill>
                  <a:schemeClr val="tx1"/>
                </a:solidFill>
                <a:effectLst/>
              </a:rPr>
              <a:t> removes space under overflow.</a:t>
            </a: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flex-basis</a:t>
            </a:r>
            <a:r>
              <a:rPr kumimoji="0" lang="en-US" altLang="en-US" sz="2000" b="0" i="0" u="none" strike="noStrike" cap="none" normalizeH="0" baseline="0" dirty="0">
                <a:ln>
                  <a:noFill/>
                </a:ln>
                <a:solidFill>
                  <a:schemeClr val="tx1"/>
                </a:solidFill>
                <a:effectLst/>
              </a:rPr>
              <a:t> defines the starting size.</a:t>
            </a: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flex: 1</a:t>
            </a:r>
            <a:r>
              <a:rPr kumimoji="0" lang="en-US" altLang="en-US" sz="2000" b="0" i="0" u="none" strike="noStrike" cap="none" normalizeH="0" baseline="0" dirty="0">
                <a:ln>
                  <a:noFill/>
                </a:ln>
                <a:solidFill>
                  <a:schemeClr val="tx1"/>
                </a:solidFill>
                <a:effectLst/>
              </a:rPr>
              <a:t> → shorthand for </a:t>
            </a:r>
            <a:r>
              <a:rPr kumimoji="0" lang="en-US" altLang="en-US" sz="1600" b="0" i="0" u="none" strike="noStrike" cap="none" normalizeH="0" baseline="0" dirty="0">
                <a:ln>
                  <a:noFill/>
                </a:ln>
                <a:solidFill>
                  <a:schemeClr val="tx1"/>
                </a:solidFill>
                <a:effectLst/>
                <a:latin typeface="Arial Unicode MS"/>
              </a:rPr>
              <a:t>flex: 1 1 0%</a:t>
            </a:r>
            <a:r>
              <a:rPr kumimoji="0" lang="en-US" altLang="en-US" sz="2000" b="0" i="0" u="none" strike="noStrike" cap="none" normalizeH="0" baseline="0" dirty="0">
                <a:ln>
                  <a:noFill/>
                </a:ln>
                <a:solidFill>
                  <a:schemeClr val="tx1"/>
                </a:solidFill>
                <a:effectLst/>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577852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EF7ED-2E17-A394-14A9-C1CF7D4D3ACE}"/>
              </a:ext>
            </a:extLst>
          </p:cNvPr>
          <p:cNvSpPr>
            <a:spLocks noGrp="1"/>
          </p:cNvSpPr>
          <p:nvPr>
            <p:ph type="title"/>
          </p:nvPr>
        </p:nvSpPr>
        <p:spPr>
          <a:xfrm>
            <a:off x="429768" y="283464"/>
            <a:ext cx="10652760" cy="630936"/>
          </a:xfrm>
        </p:spPr>
        <p:txBody>
          <a:bodyPr/>
          <a:lstStyle/>
          <a:p>
            <a:r>
              <a:rPr lang="en-US" dirty="0"/>
              <a:t>Some Key Concepts</a:t>
            </a:r>
          </a:p>
        </p:txBody>
      </p:sp>
      <p:sp>
        <p:nvSpPr>
          <p:cNvPr id="3" name="Content Placeholder 2">
            <a:extLst>
              <a:ext uri="{FF2B5EF4-FFF2-40B4-BE49-F238E27FC236}">
                <a16:creationId xmlns:a16="http://schemas.microsoft.com/office/drawing/2014/main" id="{8AF7D69F-D803-E98B-A27D-ECC8918275F4}"/>
              </a:ext>
            </a:extLst>
          </p:cNvPr>
          <p:cNvSpPr>
            <a:spLocks noGrp="1"/>
          </p:cNvSpPr>
          <p:nvPr>
            <p:ph idx="1"/>
          </p:nvPr>
        </p:nvSpPr>
        <p:spPr>
          <a:xfrm>
            <a:off x="1932820" y="914400"/>
            <a:ext cx="7646656" cy="5411755"/>
          </a:xfrm>
        </p:spPr>
        <p:txBody>
          <a:bodyPr>
            <a:normAutofit/>
          </a:bodyPr>
          <a:lstStyle/>
          <a:p>
            <a:r>
              <a:rPr lang="en-US" sz="2000" dirty="0"/>
              <a:t>Grid is </a:t>
            </a:r>
            <a:r>
              <a:rPr lang="en-US" sz="2000" b="1" dirty="0"/>
              <a:t>two-dimensional</a:t>
            </a:r>
            <a:r>
              <a:rPr lang="en-US" sz="2000" dirty="0"/>
              <a:t> (rows and columns).</a:t>
            </a:r>
          </a:p>
          <a:p>
            <a:r>
              <a:rPr lang="en-US" sz="2000" dirty="0"/>
              <a:t>grid-template-columns defines column tracks.</a:t>
            </a:r>
          </a:p>
          <a:p>
            <a:r>
              <a:rPr lang="en-US" sz="2000" dirty="0"/>
              <a:t>grid-template-rows defines row tracks.</a:t>
            </a:r>
          </a:p>
          <a:p>
            <a:r>
              <a:rPr lang="en-US" sz="2000" dirty="0"/>
              <a:t>gap controls spacing between tracks.</a:t>
            </a:r>
          </a:p>
          <a:p>
            <a:r>
              <a:rPr lang="en-US" sz="2000" dirty="0"/>
              <a:t>grid-column and grid-row control placement.</a:t>
            </a:r>
          </a:p>
          <a:p>
            <a:r>
              <a:rPr lang="en-US" sz="2000" dirty="0"/>
              <a:t>grid-template-areas allows named layout regions like this:</a:t>
            </a:r>
          </a:p>
          <a:p>
            <a:endParaRPr lang="en-US" sz="2000" dirty="0"/>
          </a:p>
          <a:p>
            <a:pPr marL="0" indent="0">
              <a:spcBef>
                <a:spcPts val="0"/>
              </a:spcBef>
              <a:buNone/>
            </a:pPr>
            <a:r>
              <a:rPr lang="en-US" sz="2000" dirty="0"/>
              <a:t>grid-template-areas:</a:t>
            </a:r>
          </a:p>
          <a:p>
            <a:pPr marL="0" indent="0">
              <a:spcBef>
                <a:spcPts val="0"/>
              </a:spcBef>
              <a:buNone/>
            </a:pPr>
            <a:r>
              <a:rPr lang="en-US" sz="2000" dirty="0"/>
              <a:t>   "header </a:t>
            </a:r>
            <a:r>
              <a:rPr lang="en-US" sz="2000" dirty="0" err="1"/>
              <a:t>header</a:t>
            </a:r>
            <a:r>
              <a:rPr lang="en-US" sz="2000" dirty="0"/>
              <a:t> </a:t>
            </a:r>
            <a:r>
              <a:rPr lang="en-US" sz="2000" dirty="0" err="1"/>
              <a:t>header</a:t>
            </a:r>
            <a:r>
              <a:rPr lang="en-US" sz="2000" dirty="0"/>
              <a:t>“</a:t>
            </a:r>
          </a:p>
          <a:p>
            <a:pPr marL="0" indent="0">
              <a:spcBef>
                <a:spcPts val="0"/>
              </a:spcBef>
              <a:buNone/>
            </a:pPr>
            <a:r>
              <a:rPr lang="en-US" sz="2000" dirty="0"/>
              <a:t>    "content </a:t>
            </a:r>
            <a:r>
              <a:rPr lang="en-US" sz="2000" dirty="0" err="1"/>
              <a:t>content</a:t>
            </a:r>
            <a:r>
              <a:rPr lang="en-US" sz="2000" dirty="0"/>
              <a:t> sidebar“</a:t>
            </a:r>
          </a:p>
          <a:p>
            <a:pPr marL="0" indent="0">
              <a:spcBef>
                <a:spcPts val="0"/>
              </a:spcBef>
              <a:buNone/>
            </a:pPr>
            <a:r>
              <a:rPr lang="en-US" sz="2000" dirty="0"/>
              <a:t>    "footer </a:t>
            </a:r>
            <a:r>
              <a:rPr lang="en-US" sz="2000" dirty="0" err="1"/>
              <a:t>footer</a:t>
            </a:r>
            <a:r>
              <a:rPr lang="en-US" sz="2000" dirty="0"/>
              <a:t> </a:t>
            </a:r>
            <a:r>
              <a:rPr lang="en-US" sz="2000" dirty="0" err="1"/>
              <a:t>footer</a:t>
            </a:r>
            <a:r>
              <a:rPr lang="en-US" sz="2000" dirty="0"/>
              <a:t>";</a:t>
            </a:r>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37240529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4F59E5-0957-22C2-983B-5CA42B5F9062}"/>
              </a:ext>
            </a:extLst>
          </p:cNvPr>
          <p:cNvSpPr>
            <a:spLocks noGrp="1"/>
          </p:cNvSpPr>
          <p:nvPr>
            <p:ph idx="1"/>
          </p:nvPr>
        </p:nvSpPr>
        <p:spPr>
          <a:xfrm>
            <a:off x="769620" y="978408"/>
            <a:ext cx="10652760" cy="4901184"/>
          </a:xfrm>
        </p:spPr>
        <p:txBody>
          <a:bodyPr/>
          <a:lstStyle/>
          <a:p>
            <a:pPr marL="0" indent="0">
              <a:buNone/>
            </a:pPr>
            <a:r>
              <a:rPr lang="en-US" sz="2000" dirty="0"/>
              <a:t>Flexbox is intuitive once you understand axes.</a:t>
            </a:r>
            <a:br>
              <a:rPr lang="en-US" sz="2000" dirty="0"/>
            </a:br>
            <a:r>
              <a:rPr lang="en-US" sz="2000" dirty="0"/>
              <a:t>It works great for distributing and aligning content within a single dimension. You can set up a layout with just a few lines of code</a:t>
            </a:r>
            <a:r>
              <a:rPr lang="en-US" dirty="0"/>
              <a:t>.</a:t>
            </a:r>
          </a:p>
          <a:p>
            <a:pPr marL="0" indent="0">
              <a:buNone/>
            </a:pPr>
            <a:r>
              <a:rPr lang="en-US" sz="2200" dirty="0"/>
              <a:t>display: flex;</a:t>
            </a:r>
          </a:p>
          <a:p>
            <a:pPr marL="0" indent="0">
              <a:lnSpc>
                <a:spcPct val="100000"/>
              </a:lnSpc>
              <a:spcBef>
                <a:spcPts val="0"/>
              </a:spcBef>
              <a:buNone/>
            </a:pPr>
            <a:r>
              <a:rPr lang="en-US" sz="2200" dirty="0"/>
              <a:t>flex-direction: column;</a:t>
            </a:r>
          </a:p>
          <a:p>
            <a:pPr marL="0" indent="0">
              <a:lnSpc>
                <a:spcPct val="100000"/>
              </a:lnSpc>
              <a:spcBef>
                <a:spcPts val="0"/>
              </a:spcBef>
              <a:buNone/>
            </a:pPr>
            <a:r>
              <a:rPr lang="en-US" sz="2200" dirty="0"/>
              <a:t>justify-content: space-between;</a:t>
            </a:r>
          </a:p>
          <a:p>
            <a:pPr marL="0" indent="0">
              <a:lnSpc>
                <a:spcPct val="100000"/>
              </a:lnSpc>
              <a:spcBef>
                <a:spcPts val="0"/>
              </a:spcBef>
              <a:buNone/>
            </a:pPr>
            <a:r>
              <a:rPr lang="en-US" sz="2200" dirty="0"/>
              <a:t>align-items: center;</a:t>
            </a:r>
          </a:p>
          <a:p>
            <a:pPr marL="0" indent="0">
              <a:lnSpc>
                <a:spcPct val="100000"/>
              </a:lnSpc>
              <a:spcBef>
                <a:spcPts val="0"/>
              </a:spcBef>
              <a:buNone/>
            </a:pPr>
            <a:endParaRPr lang="en-US" sz="2200" dirty="0"/>
          </a:p>
          <a:p>
            <a:pPr marL="0" indent="0">
              <a:lnSpc>
                <a:spcPct val="100000"/>
              </a:lnSpc>
              <a:spcBef>
                <a:spcPts val="0"/>
              </a:spcBef>
              <a:buNone/>
            </a:pPr>
            <a:r>
              <a:rPr lang="en-US" sz="2200" dirty="0"/>
              <a:t>box-sizing: border-box</a:t>
            </a:r>
          </a:p>
        </p:txBody>
      </p:sp>
    </p:spTree>
    <p:extLst>
      <p:ext uri="{BB962C8B-B14F-4D97-AF65-F5344CB8AC3E}">
        <p14:creationId xmlns:p14="http://schemas.microsoft.com/office/powerpoint/2010/main" val="8464370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C6D6590-BA84-9DAB-141C-71B4B527894D}"/>
              </a:ext>
            </a:extLst>
          </p:cNvPr>
          <p:cNvSpPr>
            <a:spLocks noGrp="1"/>
          </p:cNvSpPr>
          <p:nvPr>
            <p:ph idx="1"/>
          </p:nvPr>
        </p:nvSpPr>
        <p:spPr>
          <a:xfrm>
            <a:off x="769620" y="978408"/>
            <a:ext cx="10652760" cy="4901184"/>
          </a:xfrm>
        </p:spPr>
        <p:txBody>
          <a:bodyPr/>
          <a:lstStyle/>
          <a:p>
            <a:pPr marL="0" indent="0">
              <a:buNone/>
            </a:pPr>
            <a:r>
              <a:rPr lang="en-US" dirty="0"/>
              <a:t>That could be the overall structure of your app. Nested inside could be a products page laid out in a grid with hundreds or thousands of product pictures, descriptions, prices, shipping weight, color, and if its in stock with just eight lines. Or the overall structure could be Grid.</a:t>
            </a:r>
          </a:p>
          <a:p>
            <a:pPr marL="0" indent="0">
              <a:buNone/>
            </a:pPr>
            <a:endParaRPr lang="en-US" dirty="0"/>
          </a:p>
          <a:p>
            <a:pPr marL="0" indent="0">
              <a:spcBef>
                <a:spcPts val="0"/>
              </a:spcBef>
              <a:buNone/>
            </a:pPr>
            <a:r>
              <a:rPr lang="en-US" dirty="0"/>
              <a:t>  display: grid;</a:t>
            </a:r>
          </a:p>
          <a:p>
            <a:pPr marL="0" indent="0">
              <a:spcBef>
                <a:spcPts val="0"/>
              </a:spcBef>
              <a:buNone/>
            </a:pPr>
            <a:r>
              <a:rPr lang="en-US" dirty="0"/>
              <a:t>  grid-template-columns: 220px 1fr </a:t>
            </a:r>
            <a:r>
              <a:rPr lang="en-US" dirty="0" err="1"/>
              <a:t>1fr</a:t>
            </a:r>
            <a:r>
              <a:rPr lang="en-US" dirty="0"/>
              <a:t>;</a:t>
            </a:r>
          </a:p>
          <a:p>
            <a:pPr marL="0" indent="0">
              <a:spcBef>
                <a:spcPts val="0"/>
              </a:spcBef>
              <a:buNone/>
            </a:pPr>
            <a:r>
              <a:rPr lang="en-US" dirty="0"/>
              <a:t>  grid-template-rows: 80px 240px 80px;</a:t>
            </a:r>
          </a:p>
          <a:p>
            <a:pPr marL="0" indent="0">
              <a:spcBef>
                <a:spcPts val="0"/>
              </a:spcBef>
              <a:buNone/>
            </a:pPr>
            <a:r>
              <a:rPr lang="en-US" dirty="0"/>
              <a:t>  gap: 10px;</a:t>
            </a:r>
          </a:p>
          <a:p>
            <a:pPr marL="0" indent="0">
              <a:spcBef>
                <a:spcPts val="0"/>
              </a:spcBef>
              <a:buNone/>
            </a:pPr>
            <a:r>
              <a:rPr lang="en-US" dirty="0"/>
              <a:t>  grid-template-areas:</a:t>
            </a:r>
          </a:p>
          <a:p>
            <a:pPr marL="0" indent="0">
              <a:spcBef>
                <a:spcPts val="0"/>
              </a:spcBef>
              <a:buNone/>
            </a:pPr>
            <a:r>
              <a:rPr lang="en-US" dirty="0"/>
              <a:t>    "header </a:t>
            </a:r>
            <a:r>
              <a:rPr lang="en-US" dirty="0" err="1"/>
              <a:t>header</a:t>
            </a:r>
            <a:r>
              <a:rPr lang="en-US" dirty="0"/>
              <a:t> </a:t>
            </a:r>
            <a:r>
              <a:rPr lang="en-US" dirty="0" err="1"/>
              <a:t>header</a:t>
            </a:r>
            <a:r>
              <a:rPr lang="en-US" dirty="0"/>
              <a:t>"</a:t>
            </a:r>
          </a:p>
          <a:p>
            <a:pPr marL="0" indent="0">
              <a:spcBef>
                <a:spcPts val="0"/>
              </a:spcBef>
              <a:buNone/>
            </a:pPr>
            <a:r>
              <a:rPr lang="en-US" dirty="0"/>
              <a:t>     "content </a:t>
            </a:r>
            <a:r>
              <a:rPr lang="en-US" dirty="0" err="1"/>
              <a:t>content</a:t>
            </a:r>
            <a:r>
              <a:rPr lang="en-US" dirty="0"/>
              <a:t> sidebar"</a:t>
            </a:r>
          </a:p>
          <a:p>
            <a:pPr marL="0" indent="0">
              <a:spcBef>
                <a:spcPts val="0"/>
              </a:spcBef>
              <a:buNone/>
            </a:pPr>
            <a:r>
              <a:rPr lang="en-US" dirty="0"/>
              <a:t>     "footer </a:t>
            </a:r>
            <a:r>
              <a:rPr lang="en-US" dirty="0" err="1"/>
              <a:t>footer</a:t>
            </a:r>
            <a:r>
              <a:rPr lang="en-US" dirty="0"/>
              <a:t> </a:t>
            </a:r>
            <a:r>
              <a:rPr lang="en-US" dirty="0" err="1"/>
              <a:t>footer</a:t>
            </a:r>
            <a:r>
              <a:rPr lang="en-US" dirty="0"/>
              <a:t>";</a:t>
            </a:r>
          </a:p>
          <a:p>
            <a:pPr marL="0" indent="0">
              <a:spcBef>
                <a:spcPts val="0"/>
              </a:spcBef>
              <a:buNone/>
            </a:pPr>
            <a:endParaRPr lang="en-US" dirty="0"/>
          </a:p>
          <a:p>
            <a:pPr marL="0" indent="0">
              <a:spcBef>
                <a:spcPts val="0"/>
              </a:spcBef>
              <a:buNone/>
            </a:pPr>
            <a:endParaRPr lang="en-US" dirty="0"/>
          </a:p>
        </p:txBody>
      </p:sp>
    </p:spTree>
    <p:extLst>
      <p:ext uri="{BB962C8B-B14F-4D97-AF65-F5344CB8AC3E}">
        <p14:creationId xmlns:p14="http://schemas.microsoft.com/office/powerpoint/2010/main" val="1207819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9CBC7-C8B4-FDDF-7899-3B670FFEAB55}"/>
              </a:ext>
            </a:extLst>
          </p:cNvPr>
          <p:cNvSpPr>
            <a:spLocks noGrp="1"/>
          </p:cNvSpPr>
          <p:nvPr>
            <p:ph type="title"/>
          </p:nvPr>
        </p:nvSpPr>
        <p:spPr/>
        <p:txBody>
          <a:bodyPr/>
          <a:lstStyle/>
          <a:p>
            <a:r>
              <a:rPr lang="en-US" dirty="0"/>
              <a:t>Moving boxes around</a:t>
            </a:r>
          </a:p>
        </p:txBody>
      </p:sp>
      <p:sp>
        <p:nvSpPr>
          <p:cNvPr id="3" name="Content Placeholder 2">
            <a:extLst>
              <a:ext uri="{FF2B5EF4-FFF2-40B4-BE49-F238E27FC236}">
                <a16:creationId xmlns:a16="http://schemas.microsoft.com/office/drawing/2014/main" id="{F109F0E0-AAAA-973A-AB32-D09034329460}"/>
              </a:ext>
            </a:extLst>
          </p:cNvPr>
          <p:cNvSpPr>
            <a:spLocks noGrp="1"/>
          </p:cNvSpPr>
          <p:nvPr>
            <p:ph idx="1"/>
          </p:nvPr>
        </p:nvSpPr>
        <p:spPr>
          <a:xfrm>
            <a:off x="769620" y="1415681"/>
            <a:ext cx="10652760" cy="4026638"/>
          </a:xfrm>
        </p:spPr>
        <p:txBody>
          <a:bodyPr>
            <a:normAutofit/>
          </a:bodyPr>
          <a:lstStyle/>
          <a:p>
            <a:pPr marL="0" indent="0">
              <a:buNone/>
            </a:pPr>
            <a:r>
              <a:rPr lang="en-US" sz="2400" dirty="0"/>
              <a:t>Moving boxes around helps to </a:t>
            </a:r>
            <a:r>
              <a:rPr lang="en-US" sz="2400" dirty="0" err="1"/>
              <a:t>inderstand</a:t>
            </a:r>
            <a:r>
              <a:rPr lang="en-US" sz="2400" dirty="0"/>
              <a:t> how layouts work with flexbox and grid. Think of a big box that holds little boxes that holds stuff. First you tell the big box (.container or .wrapper) how to arrange the little boxes (.item or .header).Then tell how to arrange the stuff that’s in the little boxes.</a:t>
            </a:r>
          </a:p>
          <a:p>
            <a:pPr marL="0" indent="0">
              <a:buNone/>
            </a:pPr>
            <a:r>
              <a:rPr lang="en-US" sz="2400" dirty="0"/>
              <a:t>If it makes sense to use a grid that’s what you should use. If you’re using grid and fighting with rows and columns you should switch to flex, its that simple. </a:t>
            </a:r>
          </a:p>
        </p:txBody>
      </p:sp>
    </p:spTree>
    <p:extLst>
      <p:ext uri="{BB962C8B-B14F-4D97-AF65-F5344CB8AC3E}">
        <p14:creationId xmlns:p14="http://schemas.microsoft.com/office/powerpoint/2010/main" val="1846155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805CF-D467-57A4-6BF2-F2AF7F1E307B}"/>
              </a:ext>
            </a:extLst>
          </p:cNvPr>
          <p:cNvSpPr>
            <a:spLocks noGrp="1"/>
          </p:cNvSpPr>
          <p:nvPr>
            <p:ph type="title"/>
          </p:nvPr>
        </p:nvSpPr>
        <p:spPr>
          <a:xfrm>
            <a:off x="429768" y="283464"/>
            <a:ext cx="10652760" cy="492913"/>
          </a:xfrm>
        </p:spPr>
        <p:txBody>
          <a:bodyPr>
            <a:normAutofit fontScale="90000"/>
          </a:bodyPr>
          <a:lstStyle/>
          <a:p>
            <a:r>
              <a:rPr lang="en-US" dirty="0"/>
              <a:t>Center a div</a:t>
            </a:r>
          </a:p>
        </p:txBody>
      </p:sp>
      <p:sp>
        <p:nvSpPr>
          <p:cNvPr id="3" name="Content Placeholder 2">
            <a:extLst>
              <a:ext uri="{FF2B5EF4-FFF2-40B4-BE49-F238E27FC236}">
                <a16:creationId xmlns:a16="http://schemas.microsoft.com/office/drawing/2014/main" id="{B3DC4752-161C-34E3-B0A7-A5EF63C91734}"/>
              </a:ext>
            </a:extLst>
          </p:cNvPr>
          <p:cNvSpPr>
            <a:spLocks noGrp="1"/>
          </p:cNvSpPr>
          <p:nvPr>
            <p:ph idx="1"/>
          </p:nvPr>
        </p:nvSpPr>
        <p:spPr>
          <a:xfrm>
            <a:off x="895594" y="776377"/>
            <a:ext cx="10652760" cy="5934974"/>
          </a:xfrm>
        </p:spPr>
        <p:txBody>
          <a:bodyPr>
            <a:normAutofit fontScale="85000" lnSpcReduction="10000"/>
          </a:bodyPr>
          <a:lstStyle/>
          <a:p>
            <a:pPr marL="0" indent="0">
              <a:buNone/>
            </a:pPr>
            <a:r>
              <a:rPr lang="en-US" sz="2000" dirty="0"/>
              <a:t>Big box = container,  Little box = item</a:t>
            </a:r>
          </a:p>
          <a:p>
            <a:pPr marL="0" indent="0">
              <a:buNone/>
            </a:pPr>
            <a:r>
              <a:rPr lang="en-US" sz="2000" dirty="0"/>
              <a:t>Thes two </a:t>
            </a:r>
            <a:r>
              <a:rPr lang="en-US" sz="2000" dirty="0" err="1"/>
              <a:t>css</a:t>
            </a:r>
            <a:r>
              <a:rPr lang="en-US" sz="2000" dirty="0"/>
              <a:t> classes will give you a grey box 500px wide with a blue box perfectly aligned in the center</a:t>
            </a:r>
          </a:p>
          <a:p>
            <a:pPr marL="0" indent="0">
              <a:buNone/>
            </a:pPr>
            <a:r>
              <a:rPr lang="en-US" sz="2000" dirty="0"/>
              <a:t>.container {</a:t>
            </a:r>
          </a:p>
          <a:p>
            <a:pPr marL="0" indent="0">
              <a:spcBef>
                <a:spcPts val="0"/>
              </a:spcBef>
              <a:buNone/>
            </a:pPr>
            <a:r>
              <a:rPr lang="en-US" sz="2000" dirty="0"/>
              <a:t>  display: flex;</a:t>
            </a:r>
          </a:p>
          <a:p>
            <a:pPr marL="0" indent="0">
              <a:spcBef>
                <a:spcPts val="0"/>
              </a:spcBef>
              <a:buNone/>
            </a:pPr>
            <a:r>
              <a:rPr lang="en-US" sz="2000" dirty="0"/>
              <a:t>  flex-direction: column;</a:t>
            </a:r>
          </a:p>
          <a:p>
            <a:pPr marL="0" indent="0">
              <a:spcBef>
                <a:spcPts val="0"/>
              </a:spcBef>
              <a:buNone/>
            </a:pPr>
            <a:r>
              <a:rPr lang="en-US" sz="2000" dirty="0"/>
              <a:t>  justify-content: space-between;</a:t>
            </a:r>
          </a:p>
          <a:p>
            <a:pPr marL="0" indent="0">
              <a:spcBef>
                <a:spcPts val="0"/>
              </a:spcBef>
              <a:buNone/>
            </a:pPr>
            <a:r>
              <a:rPr lang="en-US" sz="2000" dirty="0"/>
              <a:t>  align-items: center;</a:t>
            </a:r>
          </a:p>
          <a:p>
            <a:pPr marL="0" indent="0">
              <a:spcBef>
                <a:spcPts val="0"/>
              </a:spcBef>
              <a:buNone/>
            </a:pPr>
            <a:r>
              <a:rPr lang="en-US" sz="2000" dirty="0"/>
              <a:t>  box-sizing: border-box;</a:t>
            </a:r>
          </a:p>
          <a:p>
            <a:pPr marL="0" indent="0">
              <a:spcBef>
                <a:spcPts val="0"/>
              </a:spcBef>
              <a:buNone/>
            </a:pPr>
            <a:r>
              <a:rPr lang="en-US" sz="2000" dirty="0"/>
              <a:t>  height: 500;</a:t>
            </a:r>
          </a:p>
          <a:p>
            <a:pPr marL="0" indent="0">
              <a:spcBef>
                <a:spcPts val="0"/>
              </a:spcBef>
              <a:buNone/>
            </a:pPr>
            <a:r>
              <a:rPr lang="en-US" sz="2000" dirty="0"/>
              <a:t>  width: 500px;</a:t>
            </a:r>
          </a:p>
          <a:p>
            <a:pPr marL="0" indent="0">
              <a:spcBef>
                <a:spcPts val="0"/>
              </a:spcBef>
              <a:buNone/>
            </a:pPr>
            <a:r>
              <a:rPr lang="en-US" sz="2000" dirty="0"/>
              <a:t>  border: 1px solid #aaaaaa;</a:t>
            </a:r>
          </a:p>
          <a:p>
            <a:pPr marL="0" indent="0">
              <a:spcBef>
                <a:spcPts val="0"/>
              </a:spcBef>
              <a:buNone/>
            </a:pPr>
            <a:r>
              <a:rPr lang="en-US" sz="2000" dirty="0"/>
              <a:t>  background-color: #454545;</a:t>
            </a:r>
          </a:p>
          <a:p>
            <a:pPr marL="0" indent="0">
              <a:spcBef>
                <a:spcPts val="0"/>
              </a:spcBef>
              <a:buNone/>
            </a:pPr>
            <a:r>
              <a:rPr lang="en-US" sz="2000" dirty="0"/>
              <a:t>}</a:t>
            </a:r>
          </a:p>
          <a:p>
            <a:pPr marL="0" indent="0">
              <a:spcBef>
                <a:spcPts val="0"/>
              </a:spcBef>
              <a:buNone/>
            </a:pPr>
            <a:r>
              <a:rPr lang="en-US" sz="2000" dirty="0"/>
              <a:t>.item {</a:t>
            </a:r>
          </a:p>
          <a:p>
            <a:pPr marL="0" indent="0">
              <a:spcBef>
                <a:spcPts val="0"/>
              </a:spcBef>
              <a:buNone/>
            </a:pPr>
            <a:r>
              <a:rPr lang="en-US" sz="2000" dirty="0"/>
              <a:t>  height: 100px;</a:t>
            </a:r>
          </a:p>
          <a:p>
            <a:pPr marL="0" indent="0">
              <a:spcBef>
                <a:spcPts val="0"/>
              </a:spcBef>
              <a:buNone/>
            </a:pPr>
            <a:r>
              <a:rPr lang="en-US" sz="2000" dirty="0"/>
              <a:t>  width: 100px;</a:t>
            </a:r>
          </a:p>
          <a:p>
            <a:pPr marL="0" indent="0">
              <a:spcBef>
                <a:spcPts val="0"/>
              </a:spcBef>
              <a:buNone/>
            </a:pPr>
            <a:r>
              <a:rPr lang="en-US" sz="2000" dirty="0"/>
              <a:t>  border: 2px solid blue;</a:t>
            </a:r>
          </a:p>
          <a:p>
            <a:pPr marL="0" indent="0">
              <a:spcBef>
                <a:spcPts val="0"/>
              </a:spcBef>
              <a:buNone/>
            </a:pPr>
            <a:r>
              <a:rPr lang="en-US" sz="2000" dirty="0"/>
              <a:t>  background-color: </a:t>
            </a:r>
            <a:r>
              <a:rPr lang="en-US" sz="2000" dirty="0" err="1"/>
              <a:t>lightblue</a:t>
            </a:r>
            <a:r>
              <a:rPr lang="en-US" sz="2000" dirty="0"/>
              <a:t>;</a:t>
            </a:r>
          </a:p>
          <a:p>
            <a:pPr marL="0" indent="0">
              <a:spcBef>
                <a:spcPts val="0"/>
              </a:spcBef>
              <a:buNone/>
            </a:pPr>
            <a:r>
              <a:rPr lang="en-US" sz="2000" dirty="0"/>
              <a:t>}</a:t>
            </a:r>
          </a:p>
          <a:p>
            <a:pPr marL="0" indent="0">
              <a:spcBef>
                <a:spcPts val="0"/>
              </a:spcBef>
              <a:buNone/>
            </a:pPr>
            <a:endParaRPr lang="en-US" dirty="0"/>
          </a:p>
        </p:txBody>
      </p:sp>
    </p:spTree>
    <p:extLst>
      <p:ext uri="{BB962C8B-B14F-4D97-AF65-F5344CB8AC3E}">
        <p14:creationId xmlns:p14="http://schemas.microsoft.com/office/powerpoint/2010/main" val="15257854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7A1B9-33DB-262A-C54D-31C6B511B49E}"/>
              </a:ext>
            </a:extLst>
          </p:cNvPr>
          <p:cNvSpPr>
            <a:spLocks noGrp="1"/>
          </p:cNvSpPr>
          <p:nvPr>
            <p:ph type="title"/>
          </p:nvPr>
        </p:nvSpPr>
        <p:spPr/>
        <p:txBody>
          <a:bodyPr/>
          <a:lstStyle/>
          <a:p>
            <a:r>
              <a:rPr lang="en-US" dirty="0"/>
              <a:t>JSX file</a:t>
            </a:r>
          </a:p>
        </p:txBody>
      </p:sp>
      <p:sp>
        <p:nvSpPr>
          <p:cNvPr id="3" name="Content Placeholder 2">
            <a:extLst>
              <a:ext uri="{FF2B5EF4-FFF2-40B4-BE49-F238E27FC236}">
                <a16:creationId xmlns:a16="http://schemas.microsoft.com/office/drawing/2014/main" id="{508A66E4-2AF9-9E84-1D11-1BD1EA68A798}"/>
              </a:ext>
            </a:extLst>
          </p:cNvPr>
          <p:cNvSpPr>
            <a:spLocks noGrp="1"/>
          </p:cNvSpPr>
          <p:nvPr>
            <p:ph idx="1"/>
          </p:nvPr>
        </p:nvSpPr>
        <p:spPr/>
        <p:txBody>
          <a:bodyPr>
            <a:normAutofit/>
          </a:bodyPr>
          <a:lstStyle/>
          <a:p>
            <a:pPr marL="0" indent="0">
              <a:buNone/>
            </a:pPr>
            <a:r>
              <a:rPr lang="en-US" sz="2400" dirty="0"/>
              <a:t>import styles from "./Boxes.module.css";</a:t>
            </a:r>
          </a:p>
          <a:p>
            <a:pPr marL="0" indent="0">
              <a:buNone/>
            </a:pPr>
            <a:r>
              <a:rPr lang="en-US" sz="2400" dirty="0"/>
              <a:t>export default function Boxes() {</a:t>
            </a:r>
          </a:p>
          <a:p>
            <a:pPr marL="0" indent="0">
              <a:spcBef>
                <a:spcPts val="0"/>
              </a:spcBef>
              <a:buNone/>
            </a:pPr>
            <a:r>
              <a:rPr lang="en-US" sz="2400" dirty="0"/>
              <a:t>  return (</a:t>
            </a:r>
          </a:p>
          <a:p>
            <a:pPr marL="0" indent="0">
              <a:spcBef>
                <a:spcPts val="0"/>
              </a:spcBef>
              <a:buNone/>
            </a:pPr>
            <a:r>
              <a:rPr lang="en-US" sz="2400" dirty="0"/>
              <a:t>    &lt;div </a:t>
            </a:r>
            <a:r>
              <a:rPr lang="en-US" sz="2400" dirty="0" err="1"/>
              <a:t>className</a:t>
            </a:r>
            <a:r>
              <a:rPr lang="en-US" sz="2400" dirty="0"/>
              <a:t>={</a:t>
            </a:r>
            <a:r>
              <a:rPr lang="en-US" sz="2400" dirty="0" err="1"/>
              <a:t>styles.container</a:t>
            </a:r>
            <a:r>
              <a:rPr lang="en-US" sz="2400" dirty="0"/>
              <a:t>}&gt;</a:t>
            </a:r>
          </a:p>
          <a:p>
            <a:pPr marL="0" indent="0">
              <a:spcBef>
                <a:spcPts val="0"/>
              </a:spcBef>
              <a:buNone/>
            </a:pPr>
            <a:r>
              <a:rPr lang="en-US" sz="2400" dirty="0"/>
              <a:t>       &lt;div </a:t>
            </a:r>
            <a:r>
              <a:rPr lang="en-US" sz="2400" dirty="0" err="1"/>
              <a:t>className</a:t>
            </a:r>
            <a:r>
              <a:rPr lang="en-US" sz="2400" dirty="0"/>
              <a:t>={</a:t>
            </a:r>
            <a:r>
              <a:rPr lang="en-US" sz="2400" dirty="0" err="1"/>
              <a:t>styles.item</a:t>
            </a:r>
            <a:r>
              <a:rPr lang="en-US" sz="2400" dirty="0"/>
              <a:t>}&gt; Little Box&lt;/div&gt;</a:t>
            </a:r>
          </a:p>
          <a:p>
            <a:pPr marL="0" indent="0">
              <a:spcBef>
                <a:spcPts val="0"/>
              </a:spcBef>
              <a:buNone/>
            </a:pPr>
            <a:r>
              <a:rPr lang="en-US" sz="2400" dirty="0"/>
              <a:t>    &lt;/div&gt;</a:t>
            </a:r>
          </a:p>
          <a:p>
            <a:pPr marL="0" indent="0">
              <a:spcBef>
                <a:spcPts val="0"/>
              </a:spcBef>
              <a:buNone/>
            </a:pPr>
            <a:r>
              <a:rPr lang="en-US" sz="2400" dirty="0"/>
              <a:t>  )</a:t>
            </a:r>
          </a:p>
          <a:p>
            <a:pPr marL="0" indent="0">
              <a:spcBef>
                <a:spcPts val="0"/>
              </a:spcBef>
              <a:buNone/>
            </a:pPr>
            <a:r>
              <a:rPr lang="en-US" sz="2400" dirty="0"/>
              <a:t>};</a:t>
            </a:r>
          </a:p>
        </p:txBody>
      </p:sp>
    </p:spTree>
    <p:extLst>
      <p:ext uri="{BB962C8B-B14F-4D97-AF65-F5344CB8AC3E}">
        <p14:creationId xmlns:p14="http://schemas.microsoft.com/office/powerpoint/2010/main" val="471398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C7098E-A4FB-5DF2-FDC7-CE1F74E864B9}"/>
              </a:ext>
            </a:extLst>
          </p:cNvPr>
          <p:cNvSpPr>
            <a:spLocks noGrp="1"/>
          </p:cNvSpPr>
          <p:nvPr>
            <p:ph idx="1"/>
          </p:nvPr>
        </p:nvSpPr>
        <p:spPr>
          <a:xfrm>
            <a:off x="557065" y="1224951"/>
            <a:ext cx="11077870" cy="5120726"/>
          </a:xfrm>
        </p:spPr>
        <p:txBody>
          <a:bodyPr/>
          <a:lstStyle/>
          <a:p>
            <a:pPr marL="0" indent="0">
              <a:buNone/>
            </a:pPr>
            <a:r>
              <a:rPr lang="en-US" dirty="0"/>
              <a:t>If you want the little box to be in the top left, you tell the big box where to put it. Just change two attributes of the properties you’ve already given it. </a:t>
            </a:r>
          </a:p>
          <a:p>
            <a:pPr marL="0" indent="0">
              <a:buNone/>
            </a:pPr>
            <a:endParaRPr lang="en-US" dirty="0"/>
          </a:p>
          <a:p>
            <a:pPr marL="0" indent="0">
              <a:buNone/>
            </a:pPr>
            <a:r>
              <a:rPr lang="en-US" dirty="0"/>
              <a:t>.container {</a:t>
            </a:r>
          </a:p>
          <a:p>
            <a:pPr marL="0" indent="0">
              <a:spcBef>
                <a:spcPts val="0"/>
              </a:spcBef>
              <a:buNone/>
            </a:pPr>
            <a:r>
              <a:rPr lang="en-US" dirty="0"/>
              <a:t>  display: flex;</a:t>
            </a:r>
          </a:p>
          <a:p>
            <a:pPr marL="0" indent="0">
              <a:spcBef>
                <a:spcPts val="0"/>
              </a:spcBef>
              <a:buNone/>
            </a:pPr>
            <a:r>
              <a:rPr lang="en-US" dirty="0"/>
              <a:t>  flex-direction: column;</a:t>
            </a:r>
          </a:p>
          <a:p>
            <a:pPr marL="0" indent="0">
              <a:spcBef>
                <a:spcPts val="0"/>
              </a:spcBef>
              <a:buNone/>
            </a:pPr>
            <a:r>
              <a:rPr lang="en-US" dirty="0"/>
              <a:t>  justify-content: flex-start;  /** This changed */</a:t>
            </a:r>
          </a:p>
          <a:p>
            <a:pPr marL="0" indent="0">
              <a:spcBef>
                <a:spcPts val="0"/>
              </a:spcBef>
              <a:buNone/>
            </a:pPr>
            <a:r>
              <a:rPr lang="en-US" dirty="0"/>
              <a:t>  align-items: flex-start;  /** This changed */</a:t>
            </a:r>
          </a:p>
          <a:p>
            <a:pPr marL="0" indent="0">
              <a:spcBef>
                <a:spcPts val="0"/>
              </a:spcBef>
              <a:buNone/>
            </a:pPr>
            <a:r>
              <a:rPr lang="en-US" dirty="0"/>
              <a:t>  box-sizing: border-box;</a:t>
            </a:r>
          </a:p>
          <a:p>
            <a:pPr marL="0" indent="0">
              <a:spcBef>
                <a:spcPts val="0"/>
              </a:spcBef>
              <a:buNone/>
            </a:pPr>
            <a:r>
              <a:rPr lang="en-US" dirty="0"/>
              <a:t>  height: 500;</a:t>
            </a:r>
          </a:p>
          <a:p>
            <a:pPr marL="0" indent="0">
              <a:spcBef>
                <a:spcPts val="0"/>
              </a:spcBef>
              <a:buNone/>
            </a:pPr>
            <a:r>
              <a:rPr lang="en-US" dirty="0"/>
              <a:t>  width: 500px;</a:t>
            </a:r>
          </a:p>
          <a:p>
            <a:pPr marL="0" indent="0">
              <a:spcBef>
                <a:spcPts val="0"/>
              </a:spcBef>
              <a:buNone/>
            </a:pPr>
            <a:r>
              <a:rPr lang="en-US" dirty="0"/>
              <a:t>  border: 1px solid #aaaaaa;</a:t>
            </a:r>
          </a:p>
          <a:p>
            <a:pPr marL="0" indent="0">
              <a:spcBef>
                <a:spcPts val="0"/>
              </a:spcBef>
              <a:buNone/>
            </a:pPr>
            <a:r>
              <a:rPr lang="en-US" dirty="0"/>
              <a:t>  background-color: #454545;</a:t>
            </a:r>
          </a:p>
          <a:p>
            <a:pPr marL="0" indent="0">
              <a:spcBef>
                <a:spcPts val="0"/>
              </a:spcBef>
              <a:buNone/>
            </a:pPr>
            <a:r>
              <a:rPr lang="en-US" dirty="0"/>
              <a:t>}</a:t>
            </a:r>
          </a:p>
          <a:p>
            <a:pPr marL="0" indent="0">
              <a:buNone/>
            </a:pPr>
            <a:endParaRPr lang="en-US" dirty="0"/>
          </a:p>
        </p:txBody>
      </p:sp>
      <p:sp>
        <p:nvSpPr>
          <p:cNvPr id="4" name="TextBox 3">
            <a:extLst>
              <a:ext uri="{FF2B5EF4-FFF2-40B4-BE49-F238E27FC236}">
                <a16:creationId xmlns:a16="http://schemas.microsoft.com/office/drawing/2014/main" id="{6C7E2C18-6E17-1DAB-CF77-DE61D5F37A5F}"/>
              </a:ext>
            </a:extLst>
          </p:cNvPr>
          <p:cNvSpPr txBox="1"/>
          <p:nvPr/>
        </p:nvSpPr>
        <p:spPr>
          <a:xfrm>
            <a:off x="557065" y="512323"/>
            <a:ext cx="8712679" cy="584775"/>
          </a:xfrm>
          <a:prstGeom prst="rect">
            <a:avLst/>
          </a:prstGeom>
          <a:noFill/>
        </p:spPr>
        <p:txBody>
          <a:bodyPr wrap="square" rtlCol="0">
            <a:spAutoFit/>
          </a:bodyPr>
          <a:lstStyle/>
          <a:p>
            <a:r>
              <a:rPr lang="en-US" sz="3200" dirty="0"/>
              <a:t>The classes you create are dynamic</a:t>
            </a:r>
          </a:p>
        </p:txBody>
      </p:sp>
    </p:spTree>
    <p:extLst>
      <p:ext uri="{BB962C8B-B14F-4D97-AF65-F5344CB8AC3E}">
        <p14:creationId xmlns:p14="http://schemas.microsoft.com/office/powerpoint/2010/main" val="179229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EA3E3E-72A9-70B6-66BD-6A5925EAFB73}"/>
              </a:ext>
            </a:extLst>
          </p:cNvPr>
          <p:cNvSpPr>
            <a:spLocks noGrp="1"/>
          </p:cNvSpPr>
          <p:nvPr>
            <p:ph idx="1"/>
          </p:nvPr>
        </p:nvSpPr>
        <p:spPr>
          <a:xfrm>
            <a:off x="149291" y="391887"/>
            <a:ext cx="11868538" cy="5890042"/>
          </a:xfrm>
        </p:spPr>
        <p:txBody>
          <a:bodyPr>
            <a:normAutofit/>
          </a:bodyPr>
          <a:lstStyle/>
          <a:p>
            <a:pPr marL="0" indent="0">
              <a:spcBef>
                <a:spcPts val="0"/>
              </a:spcBef>
              <a:buNone/>
            </a:pPr>
            <a:r>
              <a:rPr lang="en-US" sz="2800" dirty="0"/>
              <a:t>Typical flexbox layout</a:t>
            </a:r>
          </a:p>
          <a:p>
            <a:pPr marL="0" indent="0">
              <a:spcBef>
                <a:spcPts val="0"/>
              </a:spcBef>
              <a:buNone/>
            </a:pPr>
            <a:endParaRPr lang="en-US" sz="2800" dirty="0"/>
          </a:p>
          <a:p>
            <a:pPr>
              <a:spcBef>
                <a:spcPts val="0"/>
              </a:spcBef>
              <a:buFont typeface="Wingdings" panose="05000000000000000000" pitchFamily="2" charset="2"/>
              <a:buChar char="Ø"/>
            </a:pPr>
            <a:r>
              <a:rPr lang="en-US" sz="2800" dirty="0">
                <a:solidFill>
                  <a:srgbClr val="0070C0"/>
                </a:solidFill>
              </a:rPr>
              <a:t> .container {              /* class </a:t>
            </a:r>
            <a:r>
              <a:rPr lang="en-US" sz="2800" dirty="0" err="1">
                <a:solidFill>
                  <a:srgbClr val="0070C0"/>
                </a:solidFill>
              </a:rPr>
              <a:t>decloration</a:t>
            </a:r>
            <a:r>
              <a:rPr lang="en-US" sz="2800" dirty="0">
                <a:solidFill>
                  <a:srgbClr val="0070C0"/>
                </a:solidFill>
              </a:rPr>
              <a:t> */</a:t>
            </a:r>
          </a:p>
          <a:p>
            <a:pPr marL="457200" lvl="2" indent="0">
              <a:spcBef>
                <a:spcPts val="0"/>
              </a:spcBef>
              <a:buNone/>
            </a:pPr>
            <a:r>
              <a:rPr lang="en-US" sz="2400" dirty="0">
                <a:solidFill>
                  <a:srgbClr val="00B050"/>
                </a:solidFill>
              </a:rPr>
              <a:t>  display: flex;  /*  tell the browser your using flex */</a:t>
            </a:r>
          </a:p>
          <a:p>
            <a:pPr marL="457200" lvl="2" indent="0">
              <a:spcBef>
                <a:spcPts val="0"/>
              </a:spcBef>
              <a:buNone/>
            </a:pPr>
            <a:r>
              <a:rPr lang="en-US" sz="2400" dirty="0">
                <a:solidFill>
                  <a:srgbClr val="00B050"/>
                </a:solidFill>
              </a:rPr>
              <a:t>  flex-direction: column;   /* set the direction of main axis, default is row*/</a:t>
            </a:r>
          </a:p>
          <a:p>
            <a:pPr marL="457200" lvl="2" indent="0">
              <a:spcBef>
                <a:spcPts val="0"/>
              </a:spcBef>
              <a:buNone/>
            </a:pPr>
            <a:r>
              <a:rPr lang="en-US" sz="2400" dirty="0">
                <a:solidFill>
                  <a:srgbClr val="00B050"/>
                </a:solidFill>
              </a:rPr>
              <a:t>  justify-content: flex-start;   /* set how things line up on the main axis */</a:t>
            </a:r>
          </a:p>
          <a:p>
            <a:pPr marL="457200" lvl="2" indent="0">
              <a:spcBef>
                <a:spcPts val="0"/>
              </a:spcBef>
              <a:buNone/>
            </a:pPr>
            <a:r>
              <a:rPr lang="en-US" sz="2400" dirty="0">
                <a:solidFill>
                  <a:srgbClr val="00B050"/>
                </a:solidFill>
              </a:rPr>
              <a:t>  align-items: center;     /* set how things line up on the cross axis */</a:t>
            </a:r>
          </a:p>
          <a:p>
            <a:pPr marL="457200" lvl="2" indent="0">
              <a:spcBef>
                <a:spcPts val="0"/>
              </a:spcBef>
              <a:buNone/>
            </a:pPr>
            <a:r>
              <a:rPr lang="en-US" sz="2400" dirty="0">
                <a:solidFill>
                  <a:srgbClr val="00B050"/>
                </a:solidFill>
              </a:rPr>
              <a:t>  box-sizing: border-box;    /* width and height include padding and border*/ </a:t>
            </a:r>
          </a:p>
          <a:p>
            <a:pPr>
              <a:spcBef>
                <a:spcPts val="0"/>
              </a:spcBef>
              <a:buFont typeface="Wingdings" panose="05000000000000000000" pitchFamily="2" charset="2"/>
              <a:buChar char="Ø"/>
            </a:pPr>
            <a:r>
              <a:rPr lang="en-US" sz="2800" dirty="0">
                <a:solidFill>
                  <a:srgbClr val="0070C0"/>
                </a:solidFill>
              </a:rPr>
              <a:t>}</a:t>
            </a:r>
          </a:p>
        </p:txBody>
      </p:sp>
    </p:spTree>
    <p:extLst>
      <p:ext uri="{BB962C8B-B14F-4D97-AF65-F5344CB8AC3E}">
        <p14:creationId xmlns:p14="http://schemas.microsoft.com/office/powerpoint/2010/main" val="7693949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78E29-5D9E-4431-058D-7D03BCB442C7}"/>
              </a:ext>
            </a:extLst>
          </p:cNvPr>
          <p:cNvSpPr>
            <a:spLocks noGrp="1"/>
          </p:cNvSpPr>
          <p:nvPr>
            <p:ph type="title"/>
          </p:nvPr>
        </p:nvSpPr>
        <p:spPr>
          <a:xfrm>
            <a:off x="429768" y="283464"/>
            <a:ext cx="10652760" cy="1097280"/>
          </a:xfrm>
        </p:spPr>
        <p:txBody>
          <a:bodyPr/>
          <a:lstStyle/>
          <a:p>
            <a:r>
              <a:rPr lang="en-US" b="1" dirty="0"/>
              <a:t>Flex Wrap property</a:t>
            </a:r>
            <a:br>
              <a:rPr lang="en-US" b="1" dirty="0"/>
            </a:br>
            <a:endParaRPr lang="en-US" dirty="0"/>
          </a:p>
        </p:txBody>
      </p:sp>
      <p:sp>
        <p:nvSpPr>
          <p:cNvPr id="3" name="Content Placeholder 2">
            <a:extLst>
              <a:ext uri="{FF2B5EF4-FFF2-40B4-BE49-F238E27FC236}">
                <a16:creationId xmlns:a16="http://schemas.microsoft.com/office/drawing/2014/main" id="{2925580E-BEA1-AFB3-73B0-46D703FCBA05}"/>
              </a:ext>
            </a:extLst>
          </p:cNvPr>
          <p:cNvSpPr>
            <a:spLocks noGrp="1"/>
          </p:cNvSpPr>
          <p:nvPr>
            <p:ph idx="1"/>
          </p:nvPr>
        </p:nvSpPr>
        <p:spPr>
          <a:xfrm>
            <a:off x="429768" y="1101012"/>
            <a:ext cx="10652760" cy="5180916"/>
          </a:xfrm>
        </p:spPr>
        <p:txBody>
          <a:bodyPr>
            <a:normAutofit/>
          </a:bodyPr>
          <a:lstStyle/>
          <a:p>
            <a:r>
              <a:rPr lang="en-US" sz="2400" dirty="0"/>
              <a:t>The flex-wrap method allows contents to wrap around to the next available space instead of flowing off the screen.</a:t>
            </a:r>
          </a:p>
          <a:p>
            <a:r>
              <a:rPr lang="en-US" sz="2400" dirty="0"/>
              <a:t>Basic syntax              flex-wrap: wrap;</a:t>
            </a:r>
          </a:p>
          <a:p>
            <a:r>
              <a:rPr lang="en-US" sz="2400" dirty="0"/>
              <a:t>Properties:    </a:t>
            </a:r>
            <a:r>
              <a:rPr lang="en-US" sz="2400" dirty="0" err="1"/>
              <a:t>nowrap</a:t>
            </a:r>
            <a:r>
              <a:rPr lang="en-US" sz="2400" dirty="0"/>
              <a:t>   (default)</a:t>
            </a:r>
          </a:p>
          <a:p>
            <a:pPr marL="0" indent="0">
              <a:buNone/>
            </a:pPr>
            <a:r>
              <a:rPr lang="en-US" sz="2400" dirty="0"/>
              <a:t>                          wrap</a:t>
            </a:r>
          </a:p>
          <a:p>
            <a:pPr marL="0" indent="0">
              <a:buNone/>
            </a:pPr>
            <a:r>
              <a:rPr lang="en-US" sz="2400" dirty="0"/>
              <a:t>                          wrap-reverse </a:t>
            </a:r>
          </a:p>
          <a:p>
            <a:endParaRPr lang="en-US" sz="2400" dirty="0"/>
          </a:p>
          <a:p>
            <a:endParaRPr lang="en-US" sz="2400" dirty="0"/>
          </a:p>
        </p:txBody>
      </p:sp>
    </p:spTree>
    <p:extLst>
      <p:ext uri="{BB962C8B-B14F-4D97-AF65-F5344CB8AC3E}">
        <p14:creationId xmlns:p14="http://schemas.microsoft.com/office/powerpoint/2010/main" val="3020816254"/>
      </p:ext>
    </p:extLst>
  </p:cSld>
  <p:clrMapOvr>
    <a:masterClrMapping/>
  </p:clrMapOvr>
</p:sld>
</file>

<file path=ppt/theme/theme1.xml><?xml version="1.0" encoding="utf-8"?>
<a:theme xmlns:a="http://schemas.openxmlformats.org/drawingml/2006/main" name="Dune">
  <a:themeElements>
    <a:clrScheme name="Dune">
      <a:dk1>
        <a:srgbClr val="131313"/>
      </a:dk1>
      <a:lt1>
        <a:sysClr val="window" lastClr="FFFFFF"/>
      </a:lt1>
      <a:dk2>
        <a:srgbClr val="203430"/>
      </a:dk2>
      <a:lt2>
        <a:srgbClr val="F0EDE6"/>
      </a:lt2>
      <a:accent1>
        <a:srgbClr val="A57361"/>
      </a:accent1>
      <a:accent2>
        <a:srgbClr val="CD9979"/>
      </a:accent2>
      <a:accent3>
        <a:srgbClr val="4E6C67"/>
      </a:accent3>
      <a:accent4>
        <a:srgbClr val="BA958C"/>
      </a:accent4>
      <a:accent5>
        <a:srgbClr val="A08C60"/>
      </a:accent5>
      <a:accent6>
        <a:srgbClr val="956969"/>
      </a:accent6>
      <a:hlink>
        <a:srgbClr val="B0685E"/>
      </a:hlink>
      <a:folHlink>
        <a:srgbClr val="5E827E"/>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826328CA-5F67-4711-B85D-145ABD90F0C2}" vid="{19057A55-7D5A-4630-9E53-CA5ED64477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14592</TotalTime>
  <Words>922</Words>
  <Application>Microsoft Office PowerPoint</Application>
  <PresentationFormat>Widescreen</PresentationFormat>
  <Paragraphs>110</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Arial Unicode MS</vt:lpstr>
      <vt:lpstr>Neue Haas Grotesk Text Pro</vt:lpstr>
      <vt:lpstr>Wingdings</vt:lpstr>
      <vt:lpstr>Dune</vt:lpstr>
      <vt:lpstr>CSS Flexbox &amp; Gird</vt:lpstr>
      <vt:lpstr>Disclaimer</vt:lpstr>
      <vt:lpstr>Important Architecture Note, Global Properties</vt:lpstr>
      <vt:lpstr>Some Key Concepts </vt:lpstr>
      <vt:lpstr>Some Key Concepts</vt:lpstr>
      <vt:lpstr>PowerPoint Presentation</vt:lpstr>
      <vt:lpstr>PowerPoint Presentation</vt:lpstr>
      <vt:lpstr>Moving boxes around</vt:lpstr>
      <vt:lpstr>Center a div</vt:lpstr>
      <vt:lpstr>JSX file</vt:lpstr>
      <vt:lpstr>PowerPoint Presentation</vt:lpstr>
      <vt:lpstr>PowerPoint Presentation</vt:lpstr>
      <vt:lpstr>Flex Wrap property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RAVEN FREAD</dc:creator>
  <cp:lastModifiedBy>RAVEN FREAD</cp:lastModifiedBy>
  <cp:revision>3</cp:revision>
  <dcterms:created xsi:type="dcterms:W3CDTF">2026-02-19T03:22:28Z</dcterms:created>
  <dcterms:modified xsi:type="dcterms:W3CDTF">2026-03-01T16:30:22Z</dcterms:modified>
</cp:coreProperties>
</file>